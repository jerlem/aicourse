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3.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3" r:id="rId3"/>
  </p:sldMasterIdLst>
  <p:sldIdLst>
    <p:sldId id="256" r:id="rId4"/>
    <p:sldId id="257" r:id="rId5"/>
    <p:sldId id="258" r:id="rId6"/>
    <p:sldId id="259" r:id="rId7"/>
    <p:sldId id="260" r:id="rId8"/>
    <p:sldId id="261" r:id="rId9"/>
    <p:sldId id="262" r:id="rId10"/>
    <p:sldId id="263" r:id="rId1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dk1"/>
        </a:solidFill>
      </p:bgPr>
    </p:bg>
    <p:spTree>
      <p:nvGrpSpPr>
        <p:cNvPr id="1" name=""/>
        <p:cNvGrpSpPr/>
        <p:nvPr/>
      </p:nvGrpSpPr>
      <p:grpSpPr>
        <a:xfrm>
          <a:off x="0" y="0"/>
          <a:ext cx="0" cy="0"/>
          <a:chOff x="0" y="0"/>
          <a:chExt cx="0" cy="0"/>
        </a:xfrm>
      </p:grpSpPr>
      <p:sp>
        <p:nvSpPr>
          <p:cNvPr id="0" name="Google Shape;10;p2"/>
          <p:cNvSpPr/>
          <p:nvPr/>
        </p:nvSpPr>
        <p:spPr>
          <a:xfrm rot="5400000">
            <a:off x="7500600" y="0"/>
            <a:ext cx="1643400" cy="164340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nvGrpSpPr>
          <p:cNvPr id="1" name="Google Shape;11;p2"/>
          <p:cNvGrpSpPr/>
          <p:nvPr/>
        </p:nvGrpSpPr>
        <p:grpSpPr>
          <a:xfrm>
            <a:off x="5760" y="-8280"/>
            <a:ext cx="5138280" cy="5152320"/>
            <a:chOff x="5760" y="-8280"/>
            <a:chExt cx="5138280" cy="5152320"/>
          </a:xfrm>
        </p:grpSpPr>
        <p:sp>
          <p:nvSpPr>
            <p:cNvPr id="2" name="Google Shape;12;p2"/>
            <p:cNvSpPr/>
            <p:nvPr/>
          </p:nvSpPr>
          <p:spPr>
            <a:xfrm rot="16200000">
              <a:off x="360" y="360"/>
              <a:ext cx="5152320" cy="5134680"/>
            </a:xfrm>
            <a:prstGeom prst="diagStripe">
              <a:avLst>
                <a:gd name="adj" fmla="val 5000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3" name="Google Shape;13;p2"/>
            <p:cNvSpPr/>
            <p:nvPr/>
          </p:nvSpPr>
          <p:spPr>
            <a:xfrm rot="16200000">
              <a:off x="0" y="1142280"/>
              <a:ext cx="3996360" cy="3982320"/>
            </a:xfrm>
            <a:prstGeom prst="diagStripe">
              <a:avLst>
                <a:gd name="adj" fmla="val 58774"/>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 name="Google Shape;14;p2"/>
            <p:cNvSpPr/>
            <p:nvPr/>
          </p:nvSpPr>
          <p:spPr>
            <a:xfrm rot="16200000">
              <a:off x="1800" y="720"/>
              <a:ext cx="2299320" cy="229140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5" name="Google Shape;15;p2"/>
            <p:cNvSpPr/>
            <p:nvPr/>
          </p:nvSpPr>
          <p:spPr>
            <a:xfrm flipH="1">
              <a:off x="652680" y="588240"/>
              <a:ext cx="2299680" cy="229104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6" name="PlaceHolder 1"/>
          <p:cNvSpPr>
            <a:spLocks noGrp="1"/>
          </p:cNvSpPr>
          <p:nvPr>
            <p:ph type="title"/>
          </p:nvPr>
        </p:nvSpPr>
        <p:spPr>
          <a:xfrm>
            <a:off x="3537000" y="1578240"/>
            <a:ext cx="5017320" cy="1578600"/>
          </a:xfrm>
          <a:prstGeom prst="rect">
            <a:avLst/>
          </a:prstGeom>
          <a:noFill/>
          <a:ln w="0">
            <a:noFill/>
          </a:ln>
        </p:spPr>
        <p:txBody>
          <a:bodyPr lIns="91440" rIns="91440" tIns="91440" bIns="91440" anchor="t">
            <a:normAutofit/>
          </a:bodyPr>
          <a:p>
            <a:pPr indent="0">
              <a:buNone/>
            </a:pPr>
            <a:r>
              <a:rPr b="0" lang="fr-FR" sz="4000" strike="noStrike" u="none">
                <a:solidFill>
                  <a:srgbClr val="000000"/>
                </a:solidFill>
                <a:effectLst/>
                <a:uFillTx/>
                <a:latin typeface="Arial"/>
              </a:rPr>
              <a:t>Cliquez pour éditer le </a:t>
            </a:r>
            <a:r>
              <a:rPr b="0" lang="fr-FR" sz="4000" strike="noStrike" u="none">
                <a:solidFill>
                  <a:srgbClr val="000000"/>
                </a:solidFill>
                <a:effectLst/>
                <a:uFillTx/>
                <a:latin typeface="Arial"/>
              </a:rPr>
              <a:t>format du texte-titre</a:t>
            </a:r>
            <a:endParaRPr b="0" lang="fr-FR" sz="4000" strike="noStrike" u="none">
              <a:solidFill>
                <a:srgbClr val="000000"/>
              </a:solidFill>
              <a:effectLst/>
              <a:uFillTx/>
              <a:latin typeface="Arial"/>
            </a:endParaRPr>
          </a:p>
        </p:txBody>
      </p:sp>
      <p:sp>
        <p:nvSpPr>
          <p:cNvPr id="7"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7DA49AE7-B188-4734-9750-E6D52CC91C9A}"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
        <p:nvSpPr>
          <p:cNvPr id="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Cliquez pour éditer le format du plan de texte</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niveau de plan</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Troisième niveau de plan</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Quatrième niveau de plan</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dk1"/>
        </a:solidFill>
      </p:bgPr>
    </p:bg>
    <p:spTree>
      <p:nvGrpSpPr>
        <p:cNvPr id="1" name=""/>
        <p:cNvGrpSpPr/>
        <p:nvPr/>
      </p:nvGrpSpPr>
      <p:grpSpPr>
        <a:xfrm>
          <a:off x="0" y="0"/>
          <a:ext cx="0" cy="0"/>
          <a:chOff x="0" y="0"/>
          <a:chExt cx="0" cy="0"/>
        </a:xfrm>
      </p:grpSpPr>
      <p:grpSp>
        <p:nvGrpSpPr>
          <p:cNvPr id="9" name="Google Shape;106;p11"/>
          <p:cNvGrpSpPr/>
          <p:nvPr/>
        </p:nvGrpSpPr>
        <p:grpSpPr>
          <a:xfrm>
            <a:off x="4406760" y="0"/>
            <a:ext cx="4737240" cy="5142960"/>
            <a:chOff x="4406760" y="0"/>
            <a:chExt cx="4737240" cy="5142960"/>
          </a:xfrm>
        </p:grpSpPr>
        <p:sp>
          <p:nvSpPr>
            <p:cNvPr id="10" name="Google Shape;107;p11"/>
            <p:cNvSpPr/>
            <p:nvPr/>
          </p:nvSpPr>
          <p:spPr>
            <a:xfrm rot="5400000">
              <a:off x="4408200" y="-1800"/>
              <a:ext cx="4733640" cy="4737240"/>
            </a:xfrm>
            <a:prstGeom prst="diagStripe">
              <a:avLst>
                <a:gd name="adj" fmla="val 49469"/>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1" name="Google Shape;108;p11"/>
            <p:cNvSpPr/>
            <p:nvPr/>
          </p:nvSpPr>
          <p:spPr>
            <a:xfrm rot="5400000">
              <a:off x="4841280" y="5400"/>
              <a:ext cx="4297680" cy="428652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2" name="Google Shape;109;p11"/>
            <p:cNvSpPr/>
            <p:nvPr/>
          </p:nvSpPr>
          <p:spPr>
            <a:xfrm rot="16200000">
              <a:off x="5618520" y="1236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3" name="Google Shape;110;p11"/>
            <p:cNvSpPr/>
            <p:nvPr/>
          </p:nvSpPr>
          <p:spPr>
            <a:xfrm flipH="1">
              <a:off x="5850000" y="1443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4" name="Google Shape;111;p11"/>
            <p:cNvSpPr/>
            <p:nvPr/>
          </p:nvSpPr>
          <p:spPr>
            <a:xfrm rot="16200000">
              <a:off x="5987160" y="2469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5" name="Google Shape;112;p11"/>
            <p:cNvSpPr/>
            <p:nvPr/>
          </p:nvSpPr>
          <p:spPr>
            <a:xfrm flipH="1">
              <a:off x="6222240" y="2676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6" name="Google Shape;113;p11"/>
            <p:cNvSpPr/>
            <p:nvPr/>
          </p:nvSpPr>
          <p:spPr>
            <a:xfrm rot="16200000">
              <a:off x="6675480" y="1862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7" name="Google Shape;114;p11"/>
            <p:cNvSpPr/>
            <p:nvPr/>
          </p:nvSpPr>
          <p:spPr>
            <a:xfrm flipH="1">
              <a:off x="6908040" y="206964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8" name="Google Shape;115;p11"/>
            <p:cNvSpPr/>
            <p:nvPr/>
          </p:nvSpPr>
          <p:spPr>
            <a:xfrm rot="16200000">
              <a:off x="6861240" y="24778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9" name="Google Shape;116;p11"/>
            <p:cNvSpPr/>
            <p:nvPr/>
          </p:nvSpPr>
          <p:spPr>
            <a:xfrm flipH="1">
              <a:off x="7965360" y="2692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20" name="Google Shape;117;p11"/>
            <p:cNvSpPr/>
            <p:nvPr/>
          </p:nvSpPr>
          <p:spPr>
            <a:xfrm flipH="1">
              <a:off x="8145000" y="33087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21" name="Google Shape;118;p11"/>
            <p:cNvSpPr/>
            <p:nvPr/>
          </p:nvSpPr>
          <p:spPr>
            <a:xfrm rot="16200000">
              <a:off x="7047720" y="3095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22" name="Google Shape;119;p11"/>
            <p:cNvSpPr/>
            <p:nvPr/>
          </p:nvSpPr>
          <p:spPr>
            <a:xfrm flipH="1">
              <a:off x="7276680" y="330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23" name="Google Shape;120;p11"/>
            <p:cNvSpPr/>
            <p:nvPr/>
          </p:nvSpPr>
          <p:spPr>
            <a:xfrm rot="16200000">
              <a:off x="7227360" y="371088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24" name="Google Shape;121;p11"/>
            <p:cNvSpPr/>
            <p:nvPr/>
          </p:nvSpPr>
          <p:spPr>
            <a:xfrm flipH="1">
              <a:off x="7462440" y="39182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25" name="Google Shape;122;p11"/>
            <p:cNvSpPr/>
            <p:nvPr/>
          </p:nvSpPr>
          <p:spPr>
            <a:xfrm rot="16200000">
              <a:off x="8102520" y="3718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26" name="Google Shape;123;p11"/>
            <p:cNvSpPr/>
            <p:nvPr/>
          </p:nvSpPr>
          <p:spPr>
            <a:xfrm flipH="1">
              <a:off x="8334360" y="3925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27" name="Google Shape;124;p11"/>
            <p:cNvSpPr/>
            <p:nvPr/>
          </p:nvSpPr>
          <p:spPr>
            <a:xfrm rot="16200000">
              <a:off x="8288280" y="43344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28" name="PlaceHolder 1"/>
          <p:cNvSpPr>
            <a:spLocks noGrp="1"/>
          </p:cNvSpPr>
          <p:nvPr>
            <p:ph type="title"/>
          </p:nvPr>
        </p:nvSpPr>
        <p:spPr>
          <a:xfrm>
            <a:off x="823680" y="1284840"/>
            <a:ext cx="4775760" cy="1300320"/>
          </a:xfrm>
          <a:prstGeom prst="rect">
            <a:avLst/>
          </a:prstGeom>
          <a:noFill/>
          <a:ln w="0">
            <a:noFill/>
          </a:ln>
        </p:spPr>
        <p:txBody>
          <a:bodyPr lIns="91440" rIns="91440" tIns="91440" bIns="91440" anchor="t">
            <a:normAutofit lnSpcReduction="9999"/>
          </a:bodyPr>
          <a:p>
            <a:pPr indent="0">
              <a:lnSpc>
                <a:spcPct val="100000"/>
              </a:lnSpc>
              <a:buNone/>
            </a:pPr>
            <a:r>
              <a:rPr b="0" lang="fr-FR" sz="8000" strike="noStrike" u="none">
                <a:solidFill>
                  <a:schemeClr val="lt1"/>
                </a:solidFill>
                <a:effectLst/>
                <a:uFillTx/>
                <a:latin typeface="Montserrat"/>
                <a:ea typeface="Montserrat"/>
              </a:rPr>
              <a:t>xx%</a:t>
            </a:r>
            <a:endParaRPr b="0" lang="fr-FR" sz="8000" strike="noStrike" u="none">
              <a:solidFill>
                <a:srgbClr val="000000"/>
              </a:solidFill>
              <a:effectLst/>
              <a:uFillTx/>
              <a:latin typeface="Arial"/>
            </a:endParaRPr>
          </a:p>
        </p:txBody>
      </p:sp>
      <p:sp>
        <p:nvSpPr>
          <p:cNvPr id="29" name="PlaceHolder 2"/>
          <p:cNvSpPr>
            <a:spLocks noGrp="1"/>
          </p:cNvSpPr>
          <p:nvPr>
            <p:ph type="body"/>
          </p:nvPr>
        </p:nvSpPr>
        <p:spPr>
          <a:xfrm>
            <a:off x="823680" y="2643120"/>
            <a:ext cx="4775760" cy="1218600"/>
          </a:xfrm>
          <a:prstGeom prst="rect">
            <a:avLst/>
          </a:prstGeom>
          <a:noFill/>
          <a:ln w="0">
            <a:noFill/>
          </a:ln>
        </p:spPr>
        <p:txBody>
          <a:bodyPr lIns="91440" rIns="91440" tIns="91440" bIns="91440" anchor="t">
            <a:normAutofit fontScale="62500" lnSpcReduction="19999"/>
          </a:bodyPr>
          <a:p>
            <a:pPr marL="432000" indent="-324000">
              <a:spcBef>
                <a:spcPts val="1417"/>
              </a:spcBef>
              <a:buClr>
                <a:srgbClr val="ffffff"/>
              </a:buClr>
              <a:buSzPct val="45000"/>
              <a:buFont typeface="Wingdings" charset="2"/>
              <a:buChar char=""/>
            </a:pPr>
            <a:r>
              <a:rPr b="0" lang="fr-FR" sz="1300" strike="noStrike" u="none">
                <a:solidFill>
                  <a:srgbClr val="000000"/>
                </a:solidFill>
                <a:effectLst/>
                <a:uFillTx/>
                <a:latin typeface="Arial"/>
              </a:rPr>
              <a:t>Cliquez pour éditer le format du plan de texte</a:t>
            </a:r>
            <a:endParaRPr b="0" lang="fr-FR"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300" strike="noStrike" u="none">
                <a:solidFill>
                  <a:srgbClr val="000000"/>
                </a:solidFill>
                <a:effectLst/>
                <a:uFillTx/>
                <a:latin typeface="Arial"/>
              </a:rPr>
              <a:t>Second niveau de plan</a:t>
            </a:r>
            <a:endParaRPr b="0" lang="fr-FR"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300" strike="noStrike" u="none">
                <a:solidFill>
                  <a:srgbClr val="000000"/>
                </a:solidFill>
                <a:effectLst/>
                <a:uFillTx/>
                <a:latin typeface="Arial"/>
              </a:rPr>
              <a:t>Troisième niveau de plan</a:t>
            </a:r>
            <a:endParaRPr b="0" lang="fr-FR"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300" strike="noStrike" u="none">
                <a:solidFill>
                  <a:srgbClr val="000000"/>
                </a:solidFill>
                <a:effectLst/>
                <a:uFillTx/>
                <a:latin typeface="Arial"/>
              </a:rPr>
              <a:t>Quatrième niveau de plan</a:t>
            </a:r>
            <a:endParaRPr b="0" lang="fr-FR"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Cinquième niveau de plan</a:t>
            </a:r>
            <a:endParaRPr b="0" lang="fr-FR"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Sixième niveau de plan</a:t>
            </a:r>
            <a:endParaRPr b="0" lang="fr-FR"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Septième niveau de plan</a:t>
            </a:r>
            <a:endParaRPr b="0" lang="fr-FR" sz="1300" strike="noStrike" u="none">
              <a:solidFill>
                <a:srgbClr val="000000"/>
              </a:solidFill>
              <a:effectLst/>
              <a:uFillTx/>
              <a:latin typeface="Arial"/>
            </a:endParaRPr>
          </a:p>
        </p:txBody>
      </p:sp>
      <p:sp>
        <p:nvSpPr>
          <p:cNvPr id="30"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D43CF7A9-6526-4A0B-A263-C9ECC952AEC9}"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dk1"/>
        </a:solidFill>
      </p:bgPr>
    </p:bg>
    <p:spTree>
      <p:nvGrpSpPr>
        <p:cNvPr id="1" name=""/>
        <p:cNvGrpSpPr/>
        <p:nvPr/>
      </p:nvGrpSpPr>
      <p:grpSpPr>
        <a:xfrm>
          <a:off x="0" y="0"/>
          <a:ext cx="0" cy="0"/>
          <a:chOff x="0" y="0"/>
          <a:chExt cx="0" cy="0"/>
        </a:xfrm>
      </p:grpSpPr>
      <p:grpSp>
        <p:nvGrpSpPr>
          <p:cNvPr id="32" name="Google Shape;20;p3"/>
          <p:cNvGrpSpPr/>
          <p:nvPr/>
        </p:nvGrpSpPr>
        <p:grpSpPr>
          <a:xfrm>
            <a:off x="4406760" y="0"/>
            <a:ext cx="4737240" cy="5142960"/>
            <a:chOff x="4406760" y="0"/>
            <a:chExt cx="4737240" cy="5142960"/>
          </a:xfrm>
        </p:grpSpPr>
        <p:sp>
          <p:nvSpPr>
            <p:cNvPr id="33" name="Google Shape;21;p3"/>
            <p:cNvSpPr/>
            <p:nvPr/>
          </p:nvSpPr>
          <p:spPr>
            <a:xfrm rot="5400000">
              <a:off x="4408200" y="-1800"/>
              <a:ext cx="4733640" cy="4737240"/>
            </a:xfrm>
            <a:prstGeom prst="diagStripe">
              <a:avLst>
                <a:gd name="adj" fmla="val 49469"/>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34" name="Google Shape;22;p3"/>
            <p:cNvSpPr/>
            <p:nvPr/>
          </p:nvSpPr>
          <p:spPr>
            <a:xfrm rot="5400000">
              <a:off x="4841280" y="5400"/>
              <a:ext cx="4297680" cy="428652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35" name="Google Shape;23;p3"/>
            <p:cNvSpPr/>
            <p:nvPr/>
          </p:nvSpPr>
          <p:spPr>
            <a:xfrm rot="16200000">
              <a:off x="5618520" y="1236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36" name="Google Shape;24;p3"/>
            <p:cNvSpPr/>
            <p:nvPr/>
          </p:nvSpPr>
          <p:spPr>
            <a:xfrm flipH="1">
              <a:off x="5850000" y="1443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37" name="Google Shape;25;p3"/>
            <p:cNvSpPr/>
            <p:nvPr/>
          </p:nvSpPr>
          <p:spPr>
            <a:xfrm rot="16200000">
              <a:off x="5987160" y="2469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38" name="Google Shape;26;p3"/>
            <p:cNvSpPr/>
            <p:nvPr/>
          </p:nvSpPr>
          <p:spPr>
            <a:xfrm flipH="1">
              <a:off x="6222240" y="2676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39" name="Google Shape;27;p3"/>
            <p:cNvSpPr/>
            <p:nvPr/>
          </p:nvSpPr>
          <p:spPr>
            <a:xfrm rot="16200000">
              <a:off x="6675480" y="1862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0" name="Google Shape;28;p3"/>
            <p:cNvSpPr/>
            <p:nvPr/>
          </p:nvSpPr>
          <p:spPr>
            <a:xfrm flipH="1">
              <a:off x="6908040" y="206964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1" name="Google Shape;29;p3"/>
            <p:cNvSpPr/>
            <p:nvPr/>
          </p:nvSpPr>
          <p:spPr>
            <a:xfrm rot="16200000">
              <a:off x="6861240" y="24778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2" name="Google Shape;30;p3"/>
            <p:cNvSpPr/>
            <p:nvPr/>
          </p:nvSpPr>
          <p:spPr>
            <a:xfrm flipH="1">
              <a:off x="7965360" y="2692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3" name="Google Shape;31;p3"/>
            <p:cNvSpPr/>
            <p:nvPr/>
          </p:nvSpPr>
          <p:spPr>
            <a:xfrm flipH="1">
              <a:off x="8145000" y="33087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4" name="Google Shape;32;p3"/>
            <p:cNvSpPr/>
            <p:nvPr/>
          </p:nvSpPr>
          <p:spPr>
            <a:xfrm rot="16200000">
              <a:off x="7047720" y="309528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5" name="Google Shape;33;p3"/>
            <p:cNvSpPr/>
            <p:nvPr/>
          </p:nvSpPr>
          <p:spPr>
            <a:xfrm flipH="1">
              <a:off x="7276680" y="330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6" name="Google Shape;34;p3"/>
            <p:cNvSpPr/>
            <p:nvPr/>
          </p:nvSpPr>
          <p:spPr>
            <a:xfrm rot="16200000">
              <a:off x="7227360" y="371088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47" name="Google Shape;35;p3"/>
            <p:cNvSpPr/>
            <p:nvPr/>
          </p:nvSpPr>
          <p:spPr>
            <a:xfrm flipH="1">
              <a:off x="7462440" y="39182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8" name="Google Shape;36;p3"/>
            <p:cNvSpPr/>
            <p:nvPr/>
          </p:nvSpPr>
          <p:spPr>
            <a:xfrm rot="16200000">
              <a:off x="8102520" y="3718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49" name="Google Shape;37;p3"/>
            <p:cNvSpPr/>
            <p:nvPr/>
          </p:nvSpPr>
          <p:spPr>
            <a:xfrm flipH="1">
              <a:off x="8334360" y="39258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50" name="Google Shape;38;p3"/>
            <p:cNvSpPr/>
            <p:nvPr/>
          </p:nvSpPr>
          <p:spPr>
            <a:xfrm rot="16200000">
              <a:off x="8288280" y="43344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51" name="PlaceHolder 1"/>
          <p:cNvSpPr>
            <a:spLocks noGrp="1"/>
          </p:cNvSpPr>
          <p:nvPr>
            <p:ph type="title"/>
          </p:nvPr>
        </p:nvSpPr>
        <p:spPr>
          <a:xfrm>
            <a:off x="823680" y="2053080"/>
            <a:ext cx="4586760" cy="1148400"/>
          </a:xfrm>
          <a:prstGeom prst="rect">
            <a:avLst/>
          </a:prstGeom>
          <a:noFill/>
          <a:ln w="0">
            <a:noFill/>
          </a:ln>
        </p:spPr>
        <p:txBody>
          <a:bodyPr lIns="91440" rIns="91440" tIns="91440" bIns="91440" anchor="ctr">
            <a:normAutofit/>
          </a:bodyPr>
          <a:p>
            <a:pPr indent="0">
              <a:buNone/>
            </a:pPr>
            <a:r>
              <a:rPr b="0" lang="fr-FR" sz="2800" strike="noStrike" u="none">
                <a:solidFill>
                  <a:srgbClr val="000000"/>
                </a:solidFill>
                <a:effectLst/>
                <a:uFillTx/>
                <a:latin typeface="Arial"/>
              </a:rPr>
              <a:t>Cliquez pour éditer le format du texte-titre</a:t>
            </a:r>
            <a:endParaRPr b="0" lang="fr-FR" sz="2800" strike="noStrike" u="none">
              <a:solidFill>
                <a:srgbClr val="000000"/>
              </a:solidFill>
              <a:effectLst/>
              <a:uFillTx/>
              <a:latin typeface="Arial"/>
            </a:endParaRPr>
          </a:p>
        </p:txBody>
      </p:sp>
      <p:sp>
        <p:nvSpPr>
          <p:cNvPr id="52"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05C5DACE-BE44-4571-913E-AB6962BD31FB}"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dk1"/>
        </a:solidFill>
      </p:bgPr>
    </p:bg>
    <p:spTree>
      <p:nvGrpSpPr>
        <p:cNvPr id="1" name=""/>
        <p:cNvGrpSpPr/>
        <p:nvPr/>
      </p:nvGrpSpPr>
      <p:grpSpPr>
        <a:xfrm>
          <a:off x="0" y="0"/>
          <a:ext cx="0" cy="0"/>
          <a:chOff x="0" y="0"/>
          <a:chExt cx="0" cy="0"/>
        </a:xfrm>
      </p:grpSpPr>
      <p:grpSp>
        <p:nvGrpSpPr>
          <p:cNvPr id="77" name="Google Shape;70;p8"/>
          <p:cNvGrpSpPr/>
          <p:nvPr/>
        </p:nvGrpSpPr>
        <p:grpSpPr>
          <a:xfrm>
            <a:off x="4406760" y="0"/>
            <a:ext cx="4737240" cy="5143680"/>
            <a:chOff x="4406760" y="0"/>
            <a:chExt cx="4737240" cy="5143680"/>
          </a:xfrm>
        </p:grpSpPr>
        <p:sp>
          <p:nvSpPr>
            <p:cNvPr id="78" name="Google Shape;71;p8"/>
            <p:cNvSpPr/>
            <p:nvPr/>
          </p:nvSpPr>
          <p:spPr>
            <a:xfrm rot="5400000">
              <a:off x="4407840" y="-1440"/>
              <a:ext cx="4734360" cy="4737240"/>
            </a:xfrm>
            <a:prstGeom prst="diagStripe">
              <a:avLst>
                <a:gd name="adj" fmla="val 49469"/>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79" name="Google Shape;72;p8"/>
            <p:cNvSpPr/>
            <p:nvPr/>
          </p:nvSpPr>
          <p:spPr>
            <a:xfrm rot="5400000">
              <a:off x="4840920" y="5760"/>
              <a:ext cx="4298400" cy="4286520"/>
            </a:xfrm>
            <a:prstGeom prst="diagStripe">
              <a:avLst>
                <a:gd name="adj" fmla="val 0"/>
              </a:avLst>
            </a:prstGeom>
            <a:solidFill>
              <a:schemeClr val="lt1">
                <a:alpha val="3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0" name="Google Shape;73;p8"/>
            <p:cNvSpPr/>
            <p:nvPr/>
          </p:nvSpPr>
          <p:spPr>
            <a:xfrm rot="16200000">
              <a:off x="5618520" y="1236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1" name="Google Shape;74;p8"/>
            <p:cNvSpPr/>
            <p:nvPr/>
          </p:nvSpPr>
          <p:spPr>
            <a:xfrm flipH="1">
              <a:off x="5850000" y="1443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2" name="Google Shape;75;p8"/>
            <p:cNvSpPr/>
            <p:nvPr/>
          </p:nvSpPr>
          <p:spPr>
            <a:xfrm rot="16200000">
              <a:off x="5987160" y="24699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3" name="Google Shape;76;p8"/>
            <p:cNvSpPr/>
            <p:nvPr/>
          </p:nvSpPr>
          <p:spPr>
            <a:xfrm flipH="1">
              <a:off x="6222240" y="267732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4" name="Google Shape;77;p8"/>
            <p:cNvSpPr/>
            <p:nvPr/>
          </p:nvSpPr>
          <p:spPr>
            <a:xfrm rot="16200000">
              <a:off x="6675480" y="186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5" name="Google Shape;78;p8"/>
            <p:cNvSpPr/>
            <p:nvPr/>
          </p:nvSpPr>
          <p:spPr>
            <a:xfrm flipH="1">
              <a:off x="6908040" y="206964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6" name="Google Shape;79;p8"/>
            <p:cNvSpPr/>
            <p:nvPr/>
          </p:nvSpPr>
          <p:spPr>
            <a:xfrm rot="16200000">
              <a:off x="6861240" y="24782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7" name="Google Shape;80;p8"/>
            <p:cNvSpPr/>
            <p:nvPr/>
          </p:nvSpPr>
          <p:spPr>
            <a:xfrm flipH="1">
              <a:off x="7965360" y="26931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8" name="Google Shape;81;p8"/>
            <p:cNvSpPr/>
            <p:nvPr/>
          </p:nvSpPr>
          <p:spPr>
            <a:xfrm flipH="1">
              <a:off x="8145000" y="330912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89" name="Google Shape;82;p8"/>
            <p:cNvSpPr/>
            <p:nvPr/>
          </p:nvSpPr>
          <p:spPr>
            <a:xfrm rot="16200000">
              <a:off x="7047720" y="3095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90" name="Google Shape;83;p8"/>
            <p:cNvSpPr/>
            <p:nvPr/>
          </p:nvSpPr>
          <p:spPr>
            <a:xfrm flipH="1">
              <a:off x="7276680" y="330264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91" name="Google Shape;84;p8"/>
            <p:cNvSpPr/>
            <p:nvPr/>
          </p:nvSpPr>
          <p:spPr>
            <a:xfrm rot="16200000">
              <a:off x="7227360" y="371160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92" name="Google Shape;85;p8"/>
            <p:cNvSpPr/>
            <p:nvPr/>
          </p:nvSpPr>
          <p:spPr>
            <a:xfrm flipH="1">
              <a:off x="7462440" y="391860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93" name="Google Shape;86;p8"/>
            <p:cNvSpPr/>
            <p:nvPr/>
          </p:nvSpPr>
          <p:spPr>
            <a:xfrm rot="16200000">
              <a:off x="8102520" y="37191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94" name="Google Shape;87;p8"/>
            <p:cNvSpPr/>
            <p:nvPr/>
          </p:nvSpPr>
          <p:spPr>
            <a:xfrm flipH="1">
              <a:off x="8334360" y="392616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95" name="Google Shape;88;p8"/>
            <p:cNvSpPr/>
            <p:nvPr/>
          </p:nvSpPr>
          <p:spPr>
            <a:xfrm rot="16200000">
              <a:off x="8288280" y="4335120"/>
              <a:ext cx="808560" cy="808560"/>
            </a:xfrm>
            <a:prstGeom prst="diagStripe">
              <a:avLst>
                <a:gd name="adj" fmla="val 50000"/>
              </a:avLst>
            </a:prstGeom>
            <a:solidFill>
              <a:schemeClr val="lt1">
                <a:alpha val="7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96" name="PlaceHolder 1"/>
          <p:cNvSpPr>
            <a:spLocks noGrp="1"/>
          </p:cNvSpPr>
          <p:nvPr>
            <p:ph type="title"/>
          </p:nvPr>
        </p:nvSpPr>
        <p:spPr>
          <a:xfrm>
            <a:off x="823680" y="866880"/>
            <a:ext cx="4586760" cy="3520800"/>
          </a:xfrm>
          <a:prstGeom prst="rect">
            <a:avLst/>
          </a:prstGeom>
          <a:noFill/>
          <a:ln w="0">
            <a:noFill/>
          </a:ln>
        </p:spPr>
        <p:txBody>
          <a:bodyPr lIns="91440" rIns="91440" tIns="91440" bIns="91440" anchor="ctr">
            <a:normAutofit/>
          </a:bodyPr>
          <a:p>
            <a:pPr indent="0">
              <a:buNone/>
            </a:pPr>
            <a:r>
              <a:rPr b="0" lang="fr-FR" sz="2800" strike="noStrike" u="none">
                <a:solidFill>
                  <a:srgbClr val="000000"/>
                </a:solidFill>
                <a:effectLst/>
                <a:uFillTx/>
                <a:latin typeface="Arial"/>
              </a:rPr>
              <a:t>Cliquez pour éditer le format du texte-titre</a:t>
            </a:r>
            <a:endParaRPr b="0" lang="fr-FR" sz="2800" strike="noStrike" u="none">
              <a:solidFill>
                <a:srgbClr val="000000"/>
              </a:solidFill>
              <a:effectLst/>
              <a:uFillTx/>
              <a:latin typeface="Arial"/>
            </a:endParaRPr>
          </a:p>
        </p:txBody>
      </p:sp>
      <p:sp>
        <p:nvSpPr>
          <p:cNvPr id="97"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A38AFB8B-CEF4-4D91-A25A-746285242862}"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dk1"/>
        </a:solidFill>
      </p:bgPr>
    </p:bg>
    <p:spTree>
      <p:nvGrpSpPr>
        <p:cNvPr id="1" name=""/>
        <p:cNvGrpSpPr/>
        <p:nvPr/>
      </p:nvGrpSpPr>
      <p:grpSpPr>
        <a:xfrm>
          <a:off x="0" y="0"/>
          <a:ext cx="0" cy="0"/>
          <a:chOff x="0" y="0"/>
          <a:chExt cx="0" cy="0"/>
        </a:xfrm>
      </p:grpSpPr>
      <p:sp>
        <p:nvSpPr>
          <p:cNvPr id="31"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4BFD5817-C297-42EB-8891-BCB24F371868}"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dk1"/>
        </a:solidFill>
      </p:bgPr>
    </p:bg>
    <p:spTree>
      <p:nvGrpSpPr>
        <p:cNvPr id="1" name=""/>
        <p:cNvGrpSpPr/>
        <p:nvPr/>
      </p:nvGrpSpPr>
      <p:grpSpPr>
        <a:xfrm>
          <a:off x="0" y="0"/>
          <a:ext cx="0" cy="0"/>
          <a:chOff x="0" y="0"/>
          <a:chExt cx="0" cy="0"/>
        </a:xfrm>
      </p:grpSpPr>
      <p:grpSp>
        <p:nvGrpSpPr>
          <p:cNvPr id="53" name="Google Shape;42;p4"/>
          <p:cNvGrpSpPr/>
          <p:nvPr/>
        </p:nvGrpSpPr>
        <p:grpSpPr>
          <a:xfrm>
            <a:off x="0" y="381240"/>
            <a:ext cx="1037520" cy="1015920"/>
            <a:chOff x="0" y="381240"/>
            <a:chExt cx="1037520" cy="1015920"/>
          </a:xfrm>
        </p:grpSpPr>
        <p:sp>
          <p:nvSpPr>
            <p:cNvPr id="54" name="Google Shape;43;p4"/>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55" name="Google Shape;44;p4"/>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56"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buNone/>
            </a:pPr>
            <a:r>
              <a:rPr b="0" lang="fr-FR" sz="2400" strike="noStrike" u="none">
                <a:solidFill>
                  <a:srgbClr val="000000"/>
                </a:solidFill>
                <a:effectLst/>
                <a:uFillTx/>
                <a:latin typeface="Arial"/>
              </a:rPr>
              <a:t>Cliquez pour éditer le format du texte-titre</a:t>
            </a:r>
            <a:endParaRPr b="0" lang="fr-FR" sz="2400" strike="noStrike" u="none">
              <a:solidFill>
                <a:srgbClr val="000000"/>
              </a:solidFill>
              <a:effectLst/>
              <a:uFillTx/>
              <a:latin typeface="Arial"/>
            </a:endParaRPr>
          </a:p>
        </p:txBody>
      </p:sp>
      <p:sp>
        <p:nvSpPr>
          <p:cNvPr id="57" name="PlaceHolder 2"/>
          <p:cNvSpPr>
            <a:spLocks noGrp="1"/>
          </p:cNvSpPr>
          <p:nvPr>
            <p:ph type="body"/>
          </p:nvPr>
        </p:nvSpPr>
        <p:spPr>
          <a:xfrm>
            <a:off x="1297440" y="1567440"/>
            <a:ext cx="7038720" cy="2910960"/>
          </a:xfrm>
          <a:prstGeom prst="rect">
            <a:avLst/>
          </a:prstGeom>
          <a:noFill/>
          <a:ln w="0">
            <a:noFill/>
          </a:ln>
        </p:spPr>
        <p:txBody>
          <a:bodyPr lIns="91440" rIns="91440" tIns="91440" bIns="91440" anchor="t">
            <a:normAutofit/>
          </a:bodyPr>
          <a:p>
            <a:pPr marL="432000" indent="-324000">
              <a:spcBef>
                <a:spcPts val="1417"/>
              </a:spcBef>
              <a:buClr>
                <a:srgbClr val="ffffff"/>
              </a:buClr>
              <a:buSzPct val="45000"/>
              <a:buFont typeface="Wingdings" charset="2"/>
              <a:buChar char=""/>
            </a:pPr>
            <a:r>
              <a:rPr b="0" lang="fr-FR" sz="1300" strike="noStrike" u="none">
                <a:solidFill>
                  <a:srgbClr val="000000"/>
                </a:solidFill>
                <a:effectLst/>
                <a:uFillTx/>
                <a:latin typeface="Arial"/>
              </a:rPr>
              <a:t>Cliquez pour éditer le format du plan de texte</a:t>
            </a:r>
            <a:endParaRPr b="0" lang="fr-FR"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300" strike="noStrike" u="none">
                <a:solidFill>
                  <a:srgbClr val="000000"/>
                </a:solidFill>
                <a:effectLst/>
                <a:uFillTx/>
                <a:latin typeface="Arial"/>
              </a:rPr>
              <a:t>Second niveau de plan</a:t>
            </a:r>
            <a:endParaRPr b="0" lang="fr-FR"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300" strike="noStrike" u="none">
                <a:solidFill>
                  <a:srgbClr val="000000"/>
                </a:solidFill>
                <a:effectLst/>
                <a:uFillTx/>
                <a:latin typeface="Arial"/>
              </a:rPr>
              <a:t>Troisième niveau de plan</a:t>
            </a:r>
            <a:endParaRPr b="0" lang="fr-FR"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300" strike="noStrike" u="none">
                <a:solidFill>
                  <a:srgbClr val="000000"/>
                </a:solidFill>
                <a:effectLst/>
                <a:uFillTx/>
                <a:latin typeface="Arial"/>
              </a:rPr>
              <a:t>Quatrième niveau de plan</a:t>
            </a:r>
            <a:endParaRPr b="0" lang="fr-FR"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Cinquième niveau de plan</a:t>
            </a:r>
            <a:endParaRPr b="0" lang="fr-FR"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Sixième niveau de plan</a:t>
            </a:r>
            <a:endParaRPr b="0" lang="fr-FR"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Septième niveau de plan</a:t>
            </a:r>
            <a:endParaRPr b="0" lang="fr-FR" sz="1300" strike="noStrike" u="none">
              <a:solidFill>
                <a:srgbClr val="000000"/>
              </a:solidFill>
              <a:effectLst/>
              <a:uFillTx/>
              <a:latin typeface="Arial"/>
            </a:endParaRPr>
          </a:p>
        </p:txBody>
      </p:sp>
      <p:sp>
        <p:nvSpPr>
          <p:cNvPr id="58"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678C16DB-0111-4977-9633-56DBF0F22DBF}"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dk1"/>
        </a:solidFill>
      </p:bgPr>
    </p:bg>
    <p:spTree>
      <p:nvGrpSpPr>
        <p:cNvPr id="1" name=""/>
        <p:cNvGrpSpPr/>
        <p:nvPr/>
      </p:nvGrpSpPr>
      <p:grpSpPr>
        <a:xfrm>
          <a:off x="0" y="0"/>
          <a:ext cx="0" cy="0"/>
          <a:chOff x="0" y="0"/>
          <a:chExt cx="0" cy="0"/>
        </a:xfrm>
      </p:grpSpPr>
      <p:grpSp>
        <p:nvGrpSpPr>
          <p:cNvPr id="59" name="Google Shape;49;p5"/>
          <p:cNvGrpSpPr/>
          <p:nvPr/>
        </p:nvGrpSpPr>
        <p:grpSpPr>
          <a:xfrm>
            <a:off x="0" y="381240"/>
            <a:ext cx="1037520" cy="1015920"/>
            <a:chOff x="0" y="381240"/>
            <a:chExt cx="1037520" cy="1015920"/>
          </a:xfrm>
        </p:grpSpPr>
        <p:sp>
          <p:nvSpPr>
            <p:cNvPr id="60" name="Google Shape;50;p5"/>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61" name="Google Shape;51;p5"/>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62"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buNone/>
            </a:pPr>
            <a:r>
              <a:rPr b="0" lang="fr-FR" sz="2400" strike="noStrike" u="none">
                <a:solidFill>
                  <a:srgbClr val="000000"/>
                </a:solidFill>
                <a:effectLst/>
                <a:uFillTx/>
                <a:latin typeface="Arial"/>
              </a:rPr>
              <a:t>Cliquez pour éditer le format du texte-titre</a:t>
            </a:r>
            <a:endParaRPr b="0" lang="fr-FR" sz="2400" strike="noStrike" u="none">
              <a:solidFill>
                <a:srgbClr val="000000"/>
              </a:solidFill>
              <a:effectLst/>
              <a:uFillTx/>
              <a:latin typeface="Arial"/>
            </a:endParaRPr>
          </a:p>
        </p:txBody>
      </p:sp>
      <p:sp>
        <p:nvSpPr>
          <p:cNvPr id="63" name="PlaceHolder 2"/>
          <p:cNvSpPr>
            <a:spLocks noGrp="1"/>
          </p:cNvSpPr>
          <p:nvPr>
            <p:ph type="body"/>
          </p:nvPr>
        </p:nvSpPr>
        <p:spPr>
          <a:xfrm>
            <a:off x="1297440" y="1567440"/>
            <a:ext cx="3402720" cy="2910960"/>
          </a:xfrm>
          <a:prstGeom prst="rect">
            <a:avLst/>
          </a:prstGeom>
          <a:noFill/>
          <a:ln w="0">
            <a:noFill/>
          </a:ln>
        </p:spPr>
        <p:txBody>
          <a:bodyPr lIns="91440" rIns="91440" tIns="91440" bIns="91440" anchor="t">
            <a:normAutofit fontScale="77500" lnSpcReduction="19999"/>
          </a:bodyPr>
          <a:p>
            <a:pPr marL="432000" indent="-324000">
              <a:spcBef>
                <a:spcPts val="1417"/>
              </a:spcBef>
              <a:buClr>
                <a:srgbClr val="ffffff"/>
              </a:buClr>
              <a:buSzPct val="45000"/>
              <a:buFont typeface="Wingdings" charset="2"/>
              <a:buChar char=""/>
            </a:pPr>
            <a:r>
              <a:rPr b="0" lang="fr-FR" sz="1300" strike="noStrike" u="none">
                <a:solidFill>
                  <a:srgbClr val="000000"/>
                </a:solidFill>
                <a:effectLst/>
                <a:uFillTx/>
                <a:latin typeface="Arial"/>
              </a:rPr>
              <a:t>Cliquez pour éditer le format du plan de texte</a:t>
            </a:r>
            <a:endParaRPr b="0" lang="fr-FR"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300" strike="noStrike" u="none">
                <a:solidFill>
                  <a:srgbClr val="000000"/>
                </a:solidFill>
                <a:effectLst/>
                <a:uFillTx/>
                <a:latin typeface="Arial"/>
              </a:rPr>
              <a:t>Second niveau de plan</a:t>
            </a:r>
            <a:endParaRPr b="0" lang="fr-FR"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300" strike="noStrike" u="none">
                <a:solidFill>
                  <a:srgbClr val="000000"/>
                </a:solidFill>
                <a:effectLst/>
                <a:uFillTx/>
                <a:latin typeface="Arial"/>
              </a:rPr>
              <a:t>Troisième niveau de plan</a:t>
            </a:r>
            <a:endParaRPr b="0" lang="fr-FR"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300" strike="noStrike" u="none">
                <a:solidFill>
                  <a:srgbClr val="000000"/>
                </a:solidFill>
                <a:effectLst/>
                <a:uFillTx/>
                <a:latin typeface="Arial"/>
              </a:rPr>
              <a:t>Quatrième niveau de plan</a:t>
            </a:r>
            <a:endParaRPr b="0" lang="fr-FR"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Cinquième niveau de plan</a:t>
            </a:r>
            <a:endParaRPr b="0" lang="fr-FR"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Sixième niveau de plan</a:t>
            </a:r>
            <a:endParaRPr b="0" lang="fr-FR"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Septième niveau de plan</a:t>
            </a:r>
            <a:endParaRPr b="0" lang="fr-FR" sz="1300" strike="noStrike" u="none">
              <a:solidFill>
                <a:srgbClr val="000000"/>
              </a:solidFill>
              <a:effectLst/>
              <a:uFillTx/>
              <a:latin typeface="Arial"/>
            </a:endParaRPr>
          </a:p>
        </p:txBody>
      </p:sp>
      <p:sp>
        <p:nvSpPr>
          <p:cNvPr id="64" name="PlaceHolder 3"/>
          <p:cNvSpPr>
            <a:spLocks noGrp="1"/>
          </p:cNvSpPr>
          <p:nvPr>
            <p:ph type="body"/>
          </p:nvPr>
        </p:nvSpPr>
        <p:spPr>
          <a:xfrm>
            <a:off x="4933080" y="1567440"/>
            <a:ext cx="3402720" cy="2910960"/>
          </a:xfrm>
          <a:prstGeom prst="rect">
            <a:avLst/>
          </a:prstGeom>
          <a:noFill/>
          <a:ln w="0">
            <a:noFill/>
          </a:ln>
        </p:spPr>
        <p:txBody>
          <a:bodyPr lIns="91440" rIns="91440" tIns="91440" bIns="91440" anchor="t">
            <a:normAutofit fontScale="77500" lnSpcReduction="19999"/>
          </a:bodyPr>
          <a:p>
            <a:pPr marL="432000" indent="-324000">
              <a:spcBef>
                <a:spcPts val="1417"/>
              </a:spcBef>
              <a:buClr>
                <a:srgbClr val="ffffff"/>
              </a:buClr>
              <a:buSzPct val="45000"/>
              <a:buFont typeface="Wingdings" charset="2"/>
              <a:buChar char=""/>
            </a:pPr>
            <a:r>
              <a:rPr b="0" lang="fr-FR" sz="1300" strike="noStrike" u="none">
                <a:solidFill>
                  <a:srgbClr val="000000"/>
                </a:solidFill>
                <a:effectLst/>
                <a:uFillTx/>
                <a:latin typeface="Arial"/>
              </a:rPr>
              <a:t>Cliquez pour éditer le format du plan de texte</a:t>
            </a:r>
            <a:endParaRPr b="0" lang="fr-FR"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300" strike="noStrike" u="none">
                <a:solidFill>
                  <a:srgbClr val="000000"/>
                </a:solidFill>
                <a:effectLst/>
                <a:uFillTx/>
                <a:latin typeface="Arial"/>
              </a:rPr>
              <a:t>Second niveau de plan</a:t>
            </a:r>
            <a:endParaRPr b="0" lang="fr-FR"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300" strike="noStrike" u="none">
                <a:solidFill>
                  <a:srgbClr val="000000"/>
                </a:solidFill>
                <a:effectLst/>
                <a:uFillTx/>
                <a:latin typeface="Arial"/>
              </a:rPr>
              <a:t>Troisième niveau de plan</a:t>
            </a:r>
            <a:endParaRPr b="0" lang="fr-FR"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300" strike="noStrike" u="none">
                <a:solidFill>
                  <a:srgbClr val="000000"/>
                </a:solidFill>
                <a:effectLst/>
                <a:uFillTx/>
                <a:latin typeface="Arial"/>
              </a:rPr>
              <a:t>Quatrième niveau de plan</a:t>
            </a:r>
            <a:endParaRPr b="0" lang="fr-FR"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Cinquième niveau de plan</a:t>
            </a:r>
            <a:endParaRPr b="0" lang="fr-FR"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Sixième niveau de plan</a:t>
            </a:r>
            <a:endParaRPr b="0" lang="fr-FR"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Septième niveau de plan</a:t>
            </a:r>
            <a:endParaRPr b="0" lang="fr-FR" sz="1300" strike="noStrike" u="none">
              <a:solidFill>
                <a:srgbClr val="000000"/>
              </a:solidFill>
              <a:effectLst/>
              <a:uFillTx/>
              <a:latin typeface="Arial"/>
            </a:endParaRPr>
          </a:p>
        </p:txBody>
      </p:sp>
      <p:sp>
        <p:nvSpPr>
          <p:cNvPr id="65"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15C1986F-956D-48D4-B00E-55EC81EC9E36}"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dk1"/>
        </a:solidFill>
      </p:bgPr>
    </p:bg>
    <p:spTree>
      <p:nvGrpSpPr>
        <p:cNvPr id="1" name=""/>
        <p:cNvGrpSpPr/>
        <p:nvPr/>
      </p:nvGrpSpPr>
      <p:grpSpPr>
        <a:xfrm>
          <a:off x="0" y="0"/>
          <a:ext cx="0" cy="0"/>
          <a:chOff x="0" y="0"/>
          <a:chExt cx="0" cy="0"/>
        </a:xfrm>
      </p:grpSpPr>
      <p:grpSp>
        <p:nvGrpSpPr>
          <p:cNvPr id="66" name="Google Shape;57;p6"/>
          <p:cNvGrpSpPr/>
          <p:nvPr/>
        </p:nvGrpSpPr>
        <p:grpSpPr>
          <a:xfrm>
            <a:off x="0" y="381240"/>
            <a:ext cx="1037520" cy="1015920"/>
            <a:chOff x="0" y="381240"/>
            <a:chExt cx="1037520" cy="1015920"/>
          </a:xfrm>
        </p:grpSpPr>
        <p:sp>
          <p:nvSpPr>
            <p:cNvPr id="67" name="Google Shape;58;p6"/>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68" name="Google Shape;59;p6"/>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69"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buNone/>
            </a:pPr>
            <a:r>
              <a:rPr b="0" lang="fr-FR" sz="2400" strike="noStrike" u="none">
                <a:solidFill>
                  <a:srgbClr val="000000"/>
                </a:solidFill>
                <a:effectLst/>
                <a:uFillTx/>
                <a:latin typeface="Arial"/>
              </a:rPr>
              <a:t>Cliquez pour éditer le format du texte-titre</a:t>
            </a:r>
            <a:endParaRPr b="0" lang="fr-FR" sz="2400" strike="noStrike" u="none">
              <a:solidFill>
                <a:srgbClr val="000000"/>
              </a:solidFill>
              <a:effectLst/>
              <a:uFillTx/>
              <a:latin typeface="Arial"/>
            </a:endParaRPr>
          </a:p>
        </p:txBody>
      </p:sp>
      <p:sp>
        <p:nvSpPr>
          <p:cNvPr id="70"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E27DC36D-FBDC-4045-ADAD-527FF9C7552C}"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dk1"/>
        </a:solidFill>
      </p:bgPr>
    </p:bg>
    <p:spTree>
      <p:nvGrpSpPr>
        <p:cNvPr id="1" name=""/>
        <p:cNvGrpSpPr/>
        <p:nvPr/>
      </p:nvGrpSpPr>
      <p:grpSpPr>
        <a:xfrm>
          <a:off x="0" y="0"/>
          <a:ext cx="0" cy="0"/>
          <a:chOff x="0" y="0"/>
          <a:chExt cx="0" cy="0"/>
        </a:xfrm>
      </p:grpSpPr>
      <p:grpSp>
        <p:nvGrpSpPr>
          <p:cNvPr id="71" name="Google Shape;63;p7"/>
          <p:cNvGrpSpPr/>
          <p:nvPr/>
        </p:nvGrpSpPr>
        <p:grpSpPr>
          <a:xfrm>
            <a:off x="0" y="381240"/>
            <a:ext cx="1037520" cy="1015920"/>
            <a:chOff x="0" y="381240"/>
            <a:chExt cx="1037520" cy="1015920"/>
          </a:xfrm>
        </p:grpSpPr>
        <p:sp>
          <p:nvSpPr>
            <p:cNvPr id="72" name="Google Shape;64;p7"/>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73" name="Google Shape;65;p7"/>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74" name="PlaceHolder 1"/>
          <p:cNvSpPr>
            <a:spLocks noGrp="1"/>
          </p:cNvSpPr>
          <p:nvPr>
            <p:ph type="title"/>
          </p:nvPr>
        </p:nvSpPr>
        <p:spPr>
          <a:xfrm>
            <a:off x="1297440" y="393840"/>
            <a:ext cx="3798720" cy="1492920"/>
          </a:xfrm>
          <a:prstGeom prst="rect">
            <a:avLst/>
          </a:prstGeom>
          <a:noFill/>
          <a:ln w="0">
            <a:noFill/>
          </a:ln>
        </p:spPr>
        <p:txBody>
          <a:bodyPr lIns="91440" rIns="91440" tIns="91440" bIns="91440" anchor="t">
            <a:normAutofit/>
          </a:bodyPr>
          <a:p>
            <a:pPr indent="0">
              <a:buNone/>
            </a:pPr>
            <a:r>
              <a:rPr b="0" lang="fr-FR" sz="2400" strike="noStrike" u="none">
                <a:solidFill>
                  <a:srgbClr val="000000"/>
                </a:solidFill>
                <a:effectLst/>
                <a:uFillTx/>
                <a:latin typeface="Arial"/>
              </a:rPr>
              <a:t>Cliquez pour éditer le format du texte-titre</a:t>
            </a:r>
            <a:endParaRPr b="0" lang="fr-FR" sz="2400" strike="noStrike" u="none">
              <a:solidFill>
                <a:srgbClr val="000000"/>
              </a:solidFill>
              <a:effectLst/>
              <a:uFillTx/>
              <a:latin typeface="Arial"/>
            </a:endParaRPr>
          </a:p>
        </p:txBody>
      </p:sp>
      <p:sp>
        <p:nvSpPr>
          <p:cNvPr id="75" name="PlaceHolder 2"/>
          <p:cNvSpPr>
            <a:spLocks noGrp="1"/>
          </p:cNvSpPr>
          <p:nvPr>
            <p:ph type="body"/>
          </p:nvPr>
        </p:nvSpPr>
        <p:spPr>
          <a:xfrm>
            <a:off x="1297440" y="1972440"/>
            <a:ext cx="3798720" cy="2415600"/>
          </a:xfrm>
          <a:prstGeom prst="rect">
            <a:avLst/>
          </a:prstGeom>
          <a:noFill/>
          <a:ln w="0">
            <a:noFill/>
          </a:ln>
        </p:spPr>
        <p:txBody>
          <a:bodyPr lIns="91440" rIns="91440" tIns="91440" bIns="91440" anchor="t">
            <a:normAutofit fontScale="92500" lnSpcReduction="9999"/>
          </a:bodyPr>
          <a:p>
            <a:pPr marL="432000" indent="-324000">
              <a:spcBef>
                <a:spcPts val="1417"/>
              </a:spcBef>
              <a:buClr>
                <a:srgbClr val="ffffff"/>
              </a:buClr>
              <a:buSzPct val="45000"/>
              <a:buFont typeface="Wingdings" charset="2"/>
              <a:buChar char=""/>
            </a:pPr>
            <a:r>
              <a:rPr b="0" lang="fr-FR" sz="1300" strike="noStrike" u="none">
                <a:solidFill>
                  <a:srgbClr val="000000"/>
                </a:solidFill>
                <a:effectLst/>
                <a:uFillTx/>
                <a:latin typeface="Arial"/>
              </a:rPr>
              <a:t>Cliquez pour éditer le format du plan de texte</a:t>
            </a:r>
            <a:endParaRPr b="0" lang="fr-FR"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300" strike="noStrike" u="none">
                <a:solidFill>
                  <a:srgbClr val="000000"/>
                </a:solidFill>
                <a:effectLst/>
                <a:uFillTx/>
                <a:latin typeface="Arial"/>
              </a:rPr>
              <a:t>Second niveau de plan</a:t>
            </a:r>
            <a:endParaRPr b="0" lang="fr-FR"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300" strike="noStrike" u="none">
                <a:solidFill>
                  <a:srgbClr val="000000"/>
                </a:solidFill>
                <a:effectLst/>
                <a:uFillTx/>
                <a:latin typeface="Arial"/>
              </a:rPr>
              <a:t>Troisième niveau de plan</a:t>
            </a:r>
            <a:endParaRPr b="0" lang="fr-FR"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300" strike="noStrike" u="none">
                <a:solidFill>
                  <a:srgbClr val="000000"/>
                </a:solidFill>
                <a:effectLst/>
                <a:uFillTx/>
                <a:latin typeface="Arial"/>
              </a:rPr>
              <a:t>Quatrième niveau de plan</a:t>
            </a:r>
            <a:endParaRPr b="0" lang="fr-FR"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Cinquième niveau de plan</a:t>
            </a:r>
            <a:endParaRPr b="0" lang="fr-FR"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Sixième niveau de plan</a:t>
            </a:r>
            <a:endParaRPr b="0" lang="fr-FR"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Septième niveau de plan</a:t>
            </a:r>
            <a:endParaRPr b="0" lang="fr-FR" sz="1300" strike="noStrike" u="none">
              <a:solidFill>
                <a:srgbClr val="000000"/>
              </a:solidFill>
              <a:effectLst/>
              <a:uFillTx/>
              <a:latin typeface="Arial"/>
            </a:endParaRPr>
          </a:p>
        </p:txBody>
      </p:sp>
      <p:sp>
        <p:nvSpPr>
          <p:cNvPr id="76"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C0E71D8E-E847-4FE4-93A2-7E4E5474C1EC}"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dk1"/>
        </a:solidFill>
      </p:bgPr>
    </p:bg>
    <p:spTree>
      <p:nvGrpSpPr>
        <p:cNvPr id="1" name=""/>
        <p:cNvGrpSpPr/>
        <p:nvPr/>
      </p:nvGrpSpPr>
      <p:grpSpPr>
        <a:xfrm>
          <a:off x="0" y="0"/>
          <a:ext cx="0" cy="0"/>
          <a:chOff x="0" y="0"/>
          <a:chExt cx="0" cy="0"/>
        </a:xfrm>
      </p:grpSpPr>
      <p:grpSp>
        <p:nvGrpSpPr>
          <p:cNvPr id="98" name="Google Shape;92;p9"/>
          <p:cNvGrpSpPr/>
          <p:nvPr/>
        </p:nvGrpSpPr>
        <p:grpSpPr>
          <a:xfrm>
            <a:off x="0" y="381240"/>
            <a:ext cx="1037520" cy="1015920"/>
            <a:chOff x="0" y="381240"/>
            <a:chExt cx="1037520" cy="1015920"/>
          </a:xfrm>
        </p:grpSpPr>
        <p:sp>
          <p:nvSpPr>
            <p:cNvPr id="99" name="Google Shape;93;p9"/>
            <p:cNvSpPr/>
            <p:nvPr/>
          </p:nvSpPr>
          <p:spPr>
            <a:xfrm rot="16200000">
              <a:off x="0" y="381240"/>
              <a:ext cx="808560" cy="808560"/>
            </a:xfrm>
            <a:prstGeom prst="diagStripe">
              <a:avLst>
                <a:gd name="adj" fmla="val 50000"/>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ffffff"/>
                </a:solidFill>
                <a:effectLst/>
                <a:uFillTx/>
                <a:latin typeface="Arial"/>
              </a:endParaRPr>
            </a:p>
          </p:txBody>
        </p:sp>
        <p:sp>
          <p:nvSpPr>
            <p:cNvPr id="100" name="Google Shape;94;p9"/>
            <p:cNvSpPr/>
            <p:nvPr/>
          </p:nvSpPr>
          <p:spPr>
            <a:xfrm flipH="1">
              <a:off x="228960" y="588600"/>
              <a:ext cx="808560" cy="808560"/>
            </a:xfrm>
            <a:prstGeom prst="diagStripe">
              <a:avLst>
                <a:gd name="adj" fmla="val 50000"/>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101" name="PlaceHolder 1"/>
          <p:cNvSpPr>
            <a:spLocks noGrp="1"/>
          </p:cNvSpPr>
          <p:nvPr>
            <p:ph type="title"/>
          </p:nvPr>
        </p:nvSpPr>
        <p:spPr>
          <a:xfrm>
            <a:off x="1297440" y="1658160"/>
            <a:ext cx="3035880" cy="1751400"/>
          </a:xfrm>
          <a:prstGeom prst="rect">
            <a:avLst/>
          </a:prstGeom>
          <a:noFill/>
          <a:ln w="0">
            <a:noFill/>
          </a:ln>
        </p:spPr>
        <p:txBody>
          <a:bodyPr lIns="91440" rIns="91440" tIns="91440" bIns="91440" anchor="t">
            <a:normAutofit/>
          </a:bodyPr>
          <a:p>
            <a:pPr indent="0">
              <a:buNone/>
            </a:pPr>
            <a:r>
              <a:rPr b="0" lang="fr-FR" sz="2400" strike="noStrike" u="none">
                <a:solidFill>
                  <a:srgbClr val="000000"/>
                </a:solidFill>
                <a:effectLst/>
                <a:uFillTx/>
                <a:latin typeface="Arial"/>
              </a:rPr>
              <a:t>Cliquez pour éditer le format du texte-titre</a:t>
            </a:r>
            <a:endParaRPr b="0" lang="fr-FR" sz="2400" strike="noStrike" u="none">
              <a:solidFill>
                <a:srgbClr val="000000"/>
              </a:solidFill>
              <a:effectLst/>
              <a:uFillTx/>
              <a:latin typeface="Arial"/>
            </a:endParaRPr>
          </a:p>
        </p:txBody>
      </p:sp>
      <p:sp>
        <p:nvSpPr>
          <p:cNvPr id="102" name="PlaceHolder 2"/>
          <p:cNvSpPr>
            <a:spLocks noGrp="1"/>
          </p:cNvSpPr>
          <p:nvPr>
            <p:ph type="body"/>
          </p:nvPr>
        </p:nvSpPr>
        <p:spPr>
          <a:xfrm>
            <a:off x="4648320" y="1696680"/>
            <a:ext cx="3676320" cy="2347200"/>
          </a:xfrm>
          <a:prstGeom prst="rect">
            <a:avLst/>
          </a:prstGeom>
          <a:noFill/>
          <a:ln w="0">
            <a:noFill/>
          </a:ln>
        </p:spPr>
        <p:txBody>
          <a:bodyPr lIns="91440" rIns="91440" tIns="91440" bIns="91440" anchor="t">
            <a:normAutofit fontScale="85000" lnSpcReduction="19999"/>
          </a:bodyPr>
          <a:p>
            <a:pPr marL="432000" indent="-324000">
              <a:spcBef>
                <a:spcPts val="1417"/>
              </a:spcBef>
              <a:buClr>
                <a:srgbClr val="ffffff"/>
              </a:buClr>
              <a:buSzPct val="45000"/>
              <a:buFont typeface="Wingdings" charset="2"/>
              <a:buChar char=""/>
            </a:pPr>
            <a:r>
              <a:rPr b="0" lang="fr-FR" sz="1300" strike="noStrike" u="none">
                <a:solidFill>
                  <a:srgbClr val="000000"/>
                </a:solidFill>
                <a:effectLst/>
                <a:uFillTx/>
                <a:latin typeface="Arial"/>
              </a:rPr>
              <a:t>Cliquez pour éditer le format du plan de texte</a:t>
            </a:r>
            <a:endParaRPr b="0" lang="fr-FR"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300" strike="noStrike" u="none">
                <a:solidFill>
                  <a:srgbClr val="000000"/>
                </a:solidFill>
                <a:effectLst/>
                <a:uFillTx/>
                <a:latin typeface="Arial"/>
              </a:rPr>
              <a:t>Second niveau de plan</a:t>
            </a:r>
            <a:endParaRPr b="0" lang="fr-FR"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300" strike="noStrike" u="none">
                <a:solidFill>
                  <a:srgbClr val="000000"/>
                </a:solidFill>
                <a:effectLst/>
                <a:uFillTx/>
                <a:latin typeface="Arial"/>
              </a:rPr>
              <a:t>Troisième niveau de plan</a:t>
            </a:r>
            <a:endParaRPr b="0" lang="fr-FR"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300" strike="noStrike" u="none">
                <a:solidFill>
                  <a:srgbClr val="000000"/>
                </a:solidFill>
                <a:effectLst/>
                <a:uFillTx/>
                <a:latin typeface="Arial"/>
              </a:rPr>
              <a:t>Quatrième niveau de plan</a:t>
            </a:r>
            <a:endParaRPr b="0" lang="fr-FR"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Cinquième niveau de plan</a:t>
            </a:r>
            <a:endParaRPr b="0" lang="fr-FR"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Sixième niveau de plan</a:t>
            </a:r>
            <a:endParaRPr b="0" lang="fr-FR"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Septième niveau de plan</a:t>
            </a:r>
            <a:endParaRPr b="0" lang="fr-FR" sz="1300" strike="noStrike" u="none">
              <a:solidFill>
                <a:srgbClr val="000000"/>
              </a:solidFill>
              <a:effectLst/>
              <a:uFillTx/>
              <a:latin typeface="Arial"/>
            </a:endParaRPr>
          </a:p>
        </p:txBody>
      </p:sp>
      <p:sp>
        <p:nvSpPr>
          <p:cNvPr id="103"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E7DCDC75-86AA-4275-A5FC-17EF2FCC31B0}"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dk1"/>
        </a:solidFill>
      </p:bgPr>
    </p:bg>
    <p:spTree>
      <p:nvGrpSpPr>
        <p:cNvPr id="1" name=""/>
        <p:cNvGrpSpPr/>
        <p:nvPr/>
      </p:nvGrpSpPr>
      <p:grpSpPr>
        <a:xfrm>
          <a:off x="0" y="0"/>
          <a:ext cx="0" cy="0"/>
          <a:chOff x="0" y="0"/>
          <a:chExt cx="0" cy="0"/>
        </a:xfrm>
      </p:grpSpPr>
      <p:grpSp>
        <p:nvGrpSpPr>
          <p:cNvPr id="104" name="Google Shape;100;p10"/>
          <p:cNvGrpSpPr/>
          <p:nvPr/>
        </p:nvGrpSpPr>
        <p:grpSpPr>
          <a:xfrm>
            <a:off x="0" y="4129200"/>
            <a:ext cx="698400" cy="683640"/>
            <a:chOff x="0" y="4129200"/>
            <a:chExt cx="698400" cy="683640"/>
          </a:xfrm>
        </p:grpSpPr>
        <p:sp>
          <p:nvSpPr>
            <p:cNvPr id="105" name="Google Shape;101;p10"/>
            <p:cNvSpPr/>
            <p:nvPr/>
          </p:nvSpPr>
          <p:spPr>
            <a:xfrm rot="16200000">
              <a:off x="0" y="4129200"/>
              <a:ext cx="544320" cy="544320"/>
            </a:xfrm>
            <a:prstGeom prst="diagStripe">
              <a:avLst>
                <a:gd name="adj" fmla="val 50000"/>
              </a:avLst>
            </a:prstGeom>
            <a:solidFill>
              <a:schemeClr val="lt1">
                <a:alpha val="10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sp>
          <p:nvSpPr>
            <p:cNvPr id="106" name="Google Shape;102;p10"/>
            <p:cNvSpPr/>
            <p:nvPr/>
          </p:nvSpPr>
          <p:spPr>
            <a:xfrm flipH="1">
              <a:off x="154080" y="4268520"/>
              <a:ext cx="544320" cy="544320"/>
            </a:xfrm>
            <a:prstGeom prst="diagStripe">
              <a:avLst>
                <a:gd name="adj" fmla="val 50000"/>
              </a:avLst>
            </a:prstGeom>
            <a:solidFill>
              <a:schemeClr val="lt1">
                <a:alpha val="10000"/>
              </a:schemeClr>
            </a:solidFill>
            <a:ln w="0">
              <a:noFill/>
            </a:ln>
          </p:spPr>
          <p:style>
            <a:lnRef idx="0"/>
            <a:fillRef idx="0"/>
            <a:effectRef idx="0"/>
            <a:fontRef idx="minor"/>
          </p:style>
          <p:txBody>
            <a:bodyPr tIns="91440" bIns="91440" anchor="ctr">
              <a:noAutofit/>
            </a:bodyPr>
            <a:p>
              <a:pPr>
                <a:lnSpc>
                  <a:spcPct val="100000"/>
                </a:lnSpc>
                <a:tabLst>
                  <a:tab algn="l" pos="0"/>
                </a:tabLst>
              </a:pPr>
              <a:endParaRPr b="0" lang="fr-FR" sz="1400" strike="noStrike" u="none">
                <a:solidFill>
                  <a:srgbClr val="000000"/>
                </a:solidFill>
                <a:effectLst/>
                <a:uFillTx/>
                <a:latin typeface="Arial"/>
              </a:endParaRPr>
            </a:p>
          </p:txBody>
        </p:sp>
      </p:grpSp>
      <p:sp>
        <p:nvSpPr>
          <p:cNvPr id="107" name="PlaceHolder 1"/>
          <p:cNvSpPr>
            <a:spLocks noGrp="1"/>
          </p:cNvSpPr>
          <p:nvPr>
            <p:ph type="body"/>
          </p:nvPr>
        </p:nvSpPr>
        <p:spPr>
          <a:xfrm>
            <a:off x="812880" y="4305240"/>
            <a:ext cx="6935760" cy="523440"/>
          </a:xfrm>
          <a:prstGeom prst="rect">
            <a:avLst/>
          </a:prstGeom>
          <a:noFill/>
          <a:ln w="0">
            <a:noFill/>
          </a:ln>
        </p:spPr>
        <p:txBody>
          <a:bodyPr lIns="91440" rIns="91440" tIns="91440" bIns="91440" anchor="ctr">
            <a:normAutofit fontScale="25000" lnSpcReduction="19999"/>
          </a:bodyPr>
          <a:p>
            <a:pPr marL="432000" indent="-324000">
              <a:spcBef>
                <a:spcPts val="1417"/>
              </a:spcBef>
              <a:buClr>
                <a:srgbClr val="ffffff"/>
              </a:buClr>
              <a:buSzPct val="45000"/>
              <a:buFont typeface="Wingdings" charset="2"/>
              <a:buChar char=""/>
            </a:pPr>
            <a:r>
              <a:rPr b="0" lang="fr-FR" sz="1300" strike="noStrike" u="none">
                <a:solidFill>
                  <a:srgbClr val="000000"/>
                </a:solidFill>
                <a:effectLst/>
                <a:uFillTx/>
                <a:latin typeface="Arial"/>
              </a:rPr>
              <a:t>Cliquez pour éditer le format du plan de texte</a:t>
            </a:r>
            <a:endParaRPr b="0" lang="fr-FR" sz="13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300" strike="noStrike" u="none">
                <a:solidFill>
                  <a:srgbClr val="000000"/>
                </a:solidFill>
                <a:effectLst/>
                <a:uFillTx/>
                <a:latin typeface="Arial"/>
              </a:rPr>
              <a:t>Second niveau de plan</a:t>
            </a:r>
            <a:endParaRPr b="0" lang="fr-FR" sz="13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300" strike="noStrike" u="none">
                <a:solidFill>
                  <a:srgbClr val="000000"/>
                </a:solidFill>
                <a:effectLst/>
                <a:uFillTx/>
                <a:latin typeface="Arial"/>
              </a:rPr>
              <a:t>Troisième niveau de plan</a:t>
            </a:r>
            <a:endParaRPr b="0" lang="fr-FR" sz="13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300" strike="noStrike" u="none">
                <a:solidFill>
                  <a:srgbClr val="000000"/>
                </a:solidFill>
                <a:effectLst/>
                <a:uFillTx/>
                <a:latin typeface="Arial"/>
              </a:rPr>
              <a:t>Quatrième niveau de plan</a:t>
            </a:r>
            <a:endParaRPr b="0" lang="fr-FR" sz="13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Cinquième niveau de plan</a:t>
            </a:r>
            <a:endParaRPr b="0" lang="fr-FR" sz="13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Sixième niveau de plan</a:t>
            </a:r>
            <a:endParaRPr b="0" lang="fr-FR" sz="13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300" strike="noStrike" u="none">
                <a:solidFill>
                  <a:srgbClr val="000000"/>
                </a:solidFill>
                <a:effectLst/>
                <a:uFillTx/>
                <a:latin typeface="Arial"/>
              </a:rPr>
              <a:t>Septième niveau de plan</a:t>
            </a:r>
            <a:endParaRPr b="0" lang="fr-FR" sz="1300" strike="noStrike" u="none">
              <a:solidFill>
                <a:srgbClr val="000000"/>
              </a:solidFill>
              <a:effectLst/>
              <a:uFillTx/>
              <a:latin typeface="Arial"/>
            </a:endParaRPr>
          </a:p>
        </p:txBody>
      </p:sp>
      <p:sp>
        <p:nvSpPr>
          <p:cNvPr id="108"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fr" sz="1000" strike="noStrike" u="none">
                <a:solidFill>
                  <a:schemeClr val="lt1"/>
                </a:solidFill>
                <a:effectLst/>
                <a:uFillTx/>
                <a:latin typeface="Lato"/>
                <a:ea typeface="Lato"/>
              </a:defRPr>
            </a:lvl1pPr>
          </a:lstStyle>
          <a:p>
            <a:pPr indent="0" algn="r">
              <a:lnSpc>
                <a:spcPct val="100000"/>
              </a:lnSpc>
              <a:buNone/>
              <a:tabLst>
                <a:tab algn="l" pos="0"/>
              </a:tabLst>
            </a:pPr>
            <a:fld id="{E09E3CD3-CBA6-448C-88C7-134E4DE036D9}" type="slidenum">
              <a:rPr b="0" lang="fr" sz="1000" strike="noStrike" u="none">
                <a:solidFill>
                  <a:schemeClr val="lt1"/>
                </a:solidFill>
                <a:effectLst/>
                <a:uFillTx/>
                <a:latin typeface="Lato"/>
                <a:ea typeface="Lato"/>
              </a:rPr>
              <a:t>&lt;numéro&gt;</a:t>
            </a:fld>
            <a:endParaRPr b="0" lang="fr-FR" sz="10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4" r:id="rId2"/>
    <p:sldLayoutId id="2147483655" r:id="rId3"/>
    <p:sldLayoutId id="2147483656" r:id="rId4"/>
    <p:sldLayoutId id="2147483657" r:id="rId5"/>
    <p:sldLayoutId id="2147483658" r:id="rId6"/>
    <p:sldLayoutId id="2147483659" r:id="rId7"/>
    <p:sldLayoutId id="2147483660"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3308760" y="487080"/>
            <a:ext cx="5017320" cy="1578600"/>
          </a:xfrm>
          <a:prstGeom prst="rect">
            <a:avLst/>
          </a:prstGeom>
          <a:noFill/>
          <a:ln w="0">
            <a:noFill/>
          </a:ln>
        </p:spPr>
        <p:txBody>
          <a:bodyPr lIns="91440" rIns="91440" tIns="91440" bIns="91440" anchor="t">
            <a:normAutofit/>
          </a:bodyPr>
          <a:p>
            <a:pPr indent="0">
              <a:lnSpc>
                <a:spcPct val="100000"/>
              </a:lnSpc>
              <a:buNone/>
              <a:tabLst>
                <a:tab algn="l" pos="0"/>
              </a:tabLst>
            </a:pPr>
            <a:r>
              <a:rPr b="0" lang="fr" sz="4000" strike="noStrike" u="none">
                <a:solidFill>
                  <a:schemeClr val="lt1"/>
                </a:solidFill>
                <a:effectLst/>
                <a:uFillTx/>
                <a:latin typeface="Montserrat"/>
                <a:ea typeface="Montserrat"/>
              </a:rPr>
              <a:t>Fashion Trend Intelligence</a:t>
            </a:r>
            <a:endParaRPr b="0" lang="fr-FR" sz="4000" strike="noStrike" u="none">
              <a:solidFill>
                <a:srgbClr val="000000"/>
              </a:solidFill>
              <a:effectLst/>
              <a:uFillTx/>
              <a:latin typeface="Arial"/>
            </a:endParaRPr>
          </a:p>
        </p:txBody>
      </p:sp>
      <p:sp>
        <p:nvSpPr>
          <p:cNvPr id="110" name="PlaceHolder 2"/>
          <p:cNvSpPr>
            <a:spLocks noGrp="1"/>
          </p:cNvSpPr>
          <p:nvPr>
            <p:ph type="subTitle"/>
          </p:nvPr>
        </p:nvSpPr>
        <p:spPr>
          <a:xfrm>
            <a:off x="6344280" y="3891240"/>
            <a:ext cx="3470400" cy="505800"/>
          </a:xfrm>
          <a:prstGeom prst="rect">
            <a:avLst/>
          </a:prstGeom>
          <a:noFill/>
          <a:ln w="0">
            <a:noFill/>
          </a:ln>
        </p:spPr>
        <p:txBody>
          <a:bodyPr lIns="91440" rIns="91440" tIns="91440" bIns="91440" anchor="t">
            <a:normAutofit/>
          </a:bodyPr>
          <a:p>
            <a:pPr indent="0">
              <a:lnSpc>
                <a:spcPct val="100000"/>
              </a:lnSpc>
              <a:buNone/>
              <a:tabLst>
                <a:tab algn="l" pos="0"/>
              </a:tabLst>
            </a:pPr>
            <a:r>
              <a:rPr b="0" lang="fr" sz="1300" strike="noStrike" u="none">
                <a:solidFill>
                  <a:schemeClr val="lt1"/>
                </a:solidFill>
                <a:effectLst/>
                <a:uFillTx/>
                <a:latin typeface="Lato"/>
                <a:ea typeface="Lato"/>
              </a:rPr>
              <a:t>Lemarchand et Jérôme</a:t>
            </a:r>
            <a:endParaRPr b="0" lang="fr-FR"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fr" sz="2400" strike="noStrike" u="none">
                <a:solidFill>
                  <a:schemeClr val="lt1"/>
                </a:solidFill>
                <a:effectLst/>
                <a:uFillTx/>
                <a:latin typeface="Montserrat"/>
                <a:ea typeface="Montserrat"/>
              </a:rPr>
              <a:t>Présentation du projet</a:t>
            </a:r>
            <a:endParaRPr b="0" lang="fr-FR" sz="2400" strike="noStrike" u="none">
              <a:solidFill>
                <a:srgbClr val="000000"/>
              </a:solidFill>
              <a:effectLst/>
              <a:uFillTx/>
              <a:latin typeface="Arial"/>
            </a:endParaRPr>
          </a:p>
        </p:txBody>
      </p:sp>
      <p:sp>
        <p:nvSpPr>
          <p:cNvPr id="112"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marL="432000" indent="-324000">
              <a:spcBef>
                <a:spcPts val="1191"/>
              </a:spcBef>
              <a:spcAft>
                <a:spcPts val="992"/>
              </a:spcAft>
              <a:buClr>
                <a:srgbClr val="ffffff"/>
              </a:buClr>
              <a:buSzPct val="45000"/>
              <a:buFont typeface="Wingdings" charset="2"/>
              <a:buChar char=""/>
            </a:pPr>
            <a:r>
              <a:rPr b="0" lang="fr-FR" sz="1400" strike="noStrike" u="none">
                <a:solidFill>
                  <a:srgbClr val="ffffff"/>
                </a:solidFill>
                <a:effectLst/>
                <a:uFillTx/>
                <a:latin typeface="Arial"/>
              </a:rPr>
              <a:t>Le projet "Fashion Trend Intelligence" vise à automatiser l'analyse des tendances vestimentaires pour ModeTrend en utilisant des technologies de vision par ordinateur.</a:t>
            </a:r>
            <a:endParaRPr b="0" lang="fr-FR" sz="1400" strike="noStrike" u="none">
              <a:solidFill>
                <a:srgbClr val="ffffff"/>
              </a:solidFill>
              <a:effectLst/>
              <a:uFillTx/>
              <a:latin typeface="Arial"/>
            </a:endParaRPr>
          </a:p>
          <a:p>
            <a:pPr marL="432000" indent="-324000">
              <a:spcBef>
                <a:spcPts val="1191"/>
              </a:spcBef>
              <a:spcAft>
                <a:spcPts val="992"/>
              </a:spcAft>
              <a:buClr>
                <a:srgbClr val="ffffff"/>
              </a:buClr>
              <a:buSzPct val="45000"/>
              <a:buFont typeface="Wingdings" charset="2"/>
              <a:buChar char=""/>
            </a:pPr>
            <a:r>
              <a:rPr b="0" lang="fr-FR" sz="1400" strike="noStrike" u="none">
                <a:solidFill>
                  <a:srgbClr val="ffffff"/>
                </a:solidFill>
                <a:effectLst/>
                <a:uFillTx/>
                <a:latin typeface="Arial"/>
              </a:rPr>
              <a:t>L'objectif est de transformer des flux d'images massifs provenant des réseaux sociaux et de sites spécialisés en données actionnables pour les analystes de mode. En segmentant précisément les différents types de vêtements (hauts, bas, chaussures, accessoires), le système permet de quantifier l'émergence de nouveaux styles. </a:t>
            </a:r>
            <a:br>
              <a:rPr sz="1400"/>
            </a:br>
            <a:r>
              <a:rPr b="0" lang="fr-FR" sz="1400" strike="noStrike" u="none">
                <a:solidFill>
                  <a:srgbClr val="ffffff"/>
                </a:solidFill>
                <a:effectLst/>
                <a:uFillTx/>
                <a:latin typeface="Arial"/>
              </a:rPr>
              <a:t>Cette solution remplace une veille manuelle chronophage par un processus industriel rapide, précis et capable de traiter des volumes de données inaccessibles à l'analyse humaine traditionnelle. </a:t>
            </a:r>
            <a:endParaRPr b="0" lang="fr-FR"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fr" sz="2400" strike="noStrike" u="none">
                <a:solidFill>
                  <a:schemeClr val="lt1"/>
                </a:solidFill>
                <a:effectLst/>
                <a:uFillTx/>
                <a:latin typeface="Montserrat"/>
                <a:ea typeface="Montserrat"/>
              </a:rPr>
              <a:t>Fonctionnement de Segformer</a:t>
            </a:r>
            <a:endParaRPr b="0" lang="fr-FR" sz="2400" strike="noStrike" u="none">
              <a:solidFill>
                <a:srgbClr val="000000"/>
              </a:solidFill>
              <a:effectLst/>
              <a:uFillTx/>
              <a:latin typeface="Arial"/>
            </a:endParaRPr>
          </a:p>
        </p:txBody>
      </p:sp>
      <p:sp>
        <p:nvSpPr>
          <p:cNvPr id="114"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marL="457200" indent="-311040">
              <a:lnSpc>
                <a:spcPct val="115000"/>
              </a:lnSpc>
              <a:spcBef>
                <a:spcPts val="1191"/>
              </a:spcBef>
              <a:spcAft>
                <a:spcPts val="992"/>
              </a:spcAft>
              <a:buClr>
                <a:srgbClr val="ffffff"/>
              </a:buClr>
              <a:buFont typeface="Lato"/>
              <a:buChar char="●"/>
            </a:pPr>
            <a:r>
              <a:rPr b="0" lang="fr-FR" sz="1300" strike="noStrike" u="none">
                <a:solidFill>
                  <a:schemeClr val="lt1"/>
                </a:solidFill>
                <a:effectLst/>
                <a:uFillTx/>
                <a:latin typeface="Lato"/>
                <a:ea typeface="Lato"/>
              </a:rPr>
              <a:t>L'architecture Segformer (Segmentation Transformer) est au cœur de notre solution, choisie pour son équilibre optimal entre précision et efficacité. Contrairement aux modèles de convolution classiques, elle utilise un encodeur hiérarchique à base de Transformers qui capture des caractéristiques à plusieurs échelles de résolution.</a:t>
            </a:r>
            <a:endParaRPr b="0" lang="fr-FR" sz="1300" strike="noStrike" u="none">
              <a:solidFill>
                <a:schemeClr val="lt1"/>
              </a:solidFill>
              <a:effectLst/>
              <a:uFillTx/>
              <a:latin typeface="Arial"/>
            </a:endParaRPr>
          </a:p>
          <a:p>
            <a:pPr marL="457200" indent="-311040">
              <a:lnSpc>
                <a:spcPct val="115000"/>
              </a:lnSpc>
              <a:spcBef>
                <a:spcPts val="1191"/>
              </a:spcBef>
              <a:spcAft>
                <a:spcPts val="992"/>
              </a:spcAft>
              <a:buClr>
                <a:srgbClr val="ffffff"/>
              </a:buClr>
              <a:buFont typeface="Lato"/>
              <a:buChar char="●"/>
            </a:pPr>
            <a:r>
              <a:rPr b="0" lang="fr-FR" sz="1300" strike="noStrike" u="none">
                <a:solidFill>
                  <a:schemeClr val="lt1"/>
                </a:solidFill>
                <a:effectLst/>
                <a:uFillTx/>
                <a:latin typeface="Lato"/>
                <a:ea typeface="Lato"/>
              </a:rPr>
              <a:t>Cette structure permet de comprendre aussi bien la forme globale d'une silhouette que les textures fines des tissus. Les informations sont ensuite fusionnées par un décodeur MLP (Multi-Layer Perceptron) extrêmement léger, ce qui réduit la complexité de calcul tout en garantissant une segmentation précise au pixel près, même sur des vêtements aux formes complexes. </a:t>
            </a:r>
            <a:endParaRPr b="0" lang="fr-FR" sz="1300" strike="noStrike" u="non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fr" sz="2400" strike="noStrike" u="none">
                <a:solidFill>
                  <a:schemeClr val="lt1"/>
                </a:solidFill>
                <a:effectLst/>
                <a:uFillTx/>
                <a:latin typeface="Montserrat"/>
                <a:ea typeface="Montserrat"/>
              </a:rPr>
              <a:t>Performances du modèle sur les 50 images </a:t>
            </a:r>
            <a:endParaRPr b="0" lang="fr-FR" sz="2400" strike="noStrike" u="none">
              <a:solidFill>
                <a:srgbClr val="000000"/>
              </a:solidFill>
              <a:effectLst/>
              <a:uFillTx/>
              <a:latin typeface="Arial"/>
            </a:endParaRPr>
          </a:p>
        </p:txBody>
      </p:sp>
      <p:sp>
        <p:nvSpPr>
          <p:cNvPr id="116"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marL="457200" indent="-311040">
              <a:lnSpc>
                <a:spcPct val="115000"/>
              </a:lnSpc>
              <a:spcBef>
                <a:spcPts val="1191"/>
              </a:spcBef>
              <a:spcAft>
                <a:spcPts val="992"/>
              </a:spcAft>
              <a:buClr>
                <a:srgbClr val="ffffff"/>
              </a:buClr>
              <a:buFont typeface="Lato"/>
              <a:buChar char="●"/>
            </a:pPr>
            <a:r>
              <a:rPr b="0" lang="fr-FR" sz="1300" strike="noStrike" u="none">
                <a:solidFill>
                  <a:schemeClr val="lt1"/>
                </a:solidFill>
                <a:effectLst/>
                <a:uFillTx/>
                <a:latin typeface="Lato"/>
                <a:ea typeface="Lato"/>
              </a:rPr>
              <a:t>L'évaluation sur le jeu de test interne de 50 images a démontré la robustesse du modèle. Le temps d'inférence moyen est stabilisé à environ 200ms par image sur un processeur standard, permettant un traitement en quasi temps réel. En termes de précision, le modèle excelle dans la distinction des classes majeures (Haut, Bas, Robe) avec un mIoU (Mean Intersection over Union) compétitif.</a:t>
            </a:r>
            <a:endParaRPr b="0" lang="fr-FR" sz="1300" strike="noStrike" u="none">
              <a:solidFill>
                <a:schemeClr val="lt1"/>
              </a:solidFill>
              <a:effectLst/>
              <a:uFillTx/>
              <a:latin typeface="Arial"/>
            </a:endParaRPr>
          </a:p>
          <a:p>
            <a:pPr marL="457200" indent="-311040">
              <a:lnSpc>
                <a:spcPct val="115000"/>
              </a:lnSpc>
              <a:spcBef>
                <a:spcPts val="1191"/>
              </a:spcBef>
              <a:spcAft>
                <a:spcPts val="992"/>
              </a:spcAft>
              <a:buClr>
                <a:srgbClr val="ffffff"/>
              </a:buClr>
              <a:buFont typeface="Lato"/>
              <a:buChar char="●"/>
            </a:pPr>
            <a:r>
              <a:rPr b="0" lang="fr-FR" sz="1300" strike="noStrike" u="none">
                <a:solidFill>
                  <a:schemeClr val="lt1"/>
                </a:solidFill>
                <a:effectLst/>
                <a:uFillTx/>
                <a:latin typeface="Lato"/>
                <a:ea typeface="Lato"/>
              </a:rPr>
              <a:t>Les tests ont révélé une excellente capacité à détourer les vêtements même sur des fonds complexes ou des poses variées. Quelques imprécisions subsistent uniquement sur les accessoires de très petite taille, mais la segmentation globale reste fiable pour une exploitation statistique des tendances. </a:t>
            </a:r>
            <a:endParaRPr b="0" lang="fr-FR" sz="1300" strike="noStrike" u="non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fr" sz="2400" strike="noStrike" u="none">
                <a:solidFill>
                  <a:schemeClr val="lt1"/>
                </a:solidFill>
                <a:effectLst/>
                <a:uFillTx/>
                <a:latin typeface="Montserrat"/>
                <a:ea typeface="Montserrat"/>
              </a:rPr>
              <a:t>Proposition d’une méthode de validation du modèle</a:t>
            </a:r>
            <a:endParaRPr b="0" lang="fr-FR" sz="2400" strike="noStrike" u="none">
              <a:solidFill>
                <a:srgbClr val="000000"/>
              </a:solidFill>
              <a:effectLst/>
              <a:uFillTx/>
              <a:latin typeface="Arial"/>
            </a:endParaRPr>
          </a:p>
        </p:txBody>
      </p:sp>
      <p:sp>
        <p:nvSpPr>
          <p:cNvPr id="118"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marL="457200" indent="-311040">
              <a:lnSpc>
                <a:spcPct val="115000"/>
              </a:lnSpc>
              <a:spcBef>
                <a:spcPts val="1191"/>
              </a:spcBef>
              <a:spcAft>
                <a:spcPts val="992"/>
              </a:spcAft>
              <a:buClr>
                <a:srgbClr val="ffffff"/>
              </a:buClr>
              <a:buFont typeface="Lato"/>
              <a:buChar char="●"/>
            </a:pPr>
            <a:r>
              <a:rPr b="0" lang="fr-FR" sz="1300" strike="noStrike" u="none">
                <a:solidFill>
                  <a:schemeClr val="lt1"/>
                </a:solidFill>
                <a:effectLst/>
                <a:uFillTx/>
                <a:latin typeface="Lato"/>
                <a:ea typeface="Lato"/>
              </a:rPr>
              <a:t>Pour garantir la qualité industrielle des données produites, nous proposons une validation à trois niveaux. Premièrement, l'utilisation systématique du score mIoU et du Dice Coefficient pour comparer les prédictions à des masques de référence annotés manuellement. Deuxièmement, la mise en place d'un "Human-in-the-loop" où des experts mode valident périodiquement un échantillon aléatoire de prédictions, avec un seuil de confiance minimal fixé à 85%. Enfin, un test de robustesse transverse mesurant la stabilité des segmentations sous différentes conditions lumineuses et angles de vue est préconisé pour assurer la fiabilité constante du système en production. </a:t>
            </a:r>
            <a:endParaRPr b="0" lang="fr-FR" sz="1300" strike="noStrike" u="non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fr" sz="2400" strike="noStrike" u="none">
                <a:solidFill>
                  <a:schemeClr val="lt1"/>
                </a:solidFill>
                <a:effectLst/>
                <a:uFillTx/>
                <a:latin typeface="Montserrat"/>
                <a:ea typeface="Montserrat"/>
              </a:rPr>
              <a:t>Passage à l’échelle et coût d’utilisation</a:t>
            </a:r>
            <a:endParaRPr b="0" lang="fr-FR" sz="2400" strike="noStrike" u="none">
              <a:solidFill>
                <a:srgbClr val="000000"/>
              </a:solidFill>
              <a:effectLst/>
              <a:uFillTx/>
              <a:latin typeface="Arial"/>
            </a:endParaRPr>
          </a:p>
        </p:txBody>
      </p:sp>
      <p:sp>
        <p:nvSpPr>
          <p:cNvPr id="120"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indent="0">
              <a:lnSpc>
                <a:spcPct val="115000"/>
              </a:lnSpc>
              <a:spcBef>
                <a:spcPts val="1191"/>
              </a:spcBef>
              <a:spcAft>
                <a:spcPts val="992"/>
              </a:spcAft>
              <a:buNone/>
              <a:tabLst>
                <a:tab algn="l" pos="0"/>
              </a:tabLst>
            </a:pPr>
            <a:r>
              <a:rPr b="0" lang="fr" sz="1400" strike="noStrike" u="none">
                <a:solidFill>
                  <a:schemeClr val="lt1"/>
                </a:solidFill>
                <a:effectLst/>
                <a:uFillTx/>
                <a:latin typeface="Lato"/>
                <a:ea typeface="Lato"/>
              </a:rPr>
              <a:t>Pour un volume de 500 000 images, un coût unitaire de 0,005 € </a:t>
            </a:r>
            <a:br>
              <a:rPr sz="1400"/>
            </a:br>
            <a:r>
              <a:rPr b="0" lang="fr" sz="1400" strike="noStrike" u="none">
                <a:solidFill>
                  <a:schemeClr val="lt1"/>
                </a:solidFill>
                <a:effectLst/>
                <a:uFillTx/>
                <a:latin typeface="Lato"/>
                <a:ea typeface="Lato"/>
              </a:rPr>
              <a:t>porte le budget total à 2 500 € pour 30 jours. </a:t>
            </a:r>
            <a:endParaRPr b="0" lang="fr-FR" sz="1400" strike="noStrike" u="none">
              <a:solidFill>
                <a:srgbClr val="000000"/>
              </a:solidFill>
              <a:effectLst/>
              <a:uFillTx/>
              <a:latin typeface="Arial"/>
            </a:endParaRPr>
          </a:p>
          <a:p>
            <a:pPr indent="0">
              <a:lnSpc>
                <a:spcPct val="115000"/>
              </a:lnSpc>
              <a:spcBef>
                <a:spcPts val="1191"/>
              </a:spcBef>
              <a:spcAft>
                <a:spcPts val="992"/>
              </a:spcAft>
              <a:buNone/>
              <a:tabLst>
                <a:tab algn="l" pos="0"/>
              </a:tabLst>
            </a:pPr>
            <a:r>
              <a:rPr b="0" lang="fr" sz="1400" strike="noStrike" u="none">
                <a:solidFill>
                  <a:schemeClr val="lt1"/>
                </a:solidFill>
                <a:effectLst/>
                <a:uFillTx/>
                <a:latin typeface="Lato"/>
                <a:ea typeface="Lato"/>
              </a:rPr>
              <a:t>Ce tarif correspond généralement à l'utilisation de l'API Serverless de Hugging Face pour des modèles de vision complexes (segmentation, détection d'objets) ou des modèles propriétaires.</a:t>
            </a:r>
            <a:endParaRPr b="0" lang="fr-FR" sz="1400" strike="noStrike" u="none">
              <a:solidFill>
                <a:srgbClr val="000000"/>
              </a:solidFill>
              <a:effectLst/>
              <a:uFillTx/>
              <a:latin typeface="Arial"/>
            </a:endParaRPr>
          </a:p>
          <a:p>
            <a:pPr indent="0">
              <a:lnSpc>
                <a:spcPct val="115000"/>
              </a:lnSpc>
              <a:spcBef>
                <a:spcPts val="1191"/>
              </a:spcBef>
              <a:spcAft>
                <a:spcPts val="992"/>
              </a:spcAft>
              <a:buNone/>
              <a:tabLst>
                <a:tab algn="l" pos="0"/>
              </a:tabLst>
            </a:pPr>
            <a:r>
              <a:rPr b="0" lang="fr" sz="1400" strike="noStrike" u="none">
                <a:solidFill>
                  <a:schemeClr val="lt1"/>
                </a:solidFill>
                <a:effectLst/>
                <a:uFillTx/>
                <a:latin typeface="Lato"/>
                <a:ea typeface="Lato"/>
              </a:rPr>
              <a:t>Des Inference Endpoints (instances dédiées) dès que le flux est constant seraient plus rentable. En effet, une instance dédiée à 0,60 €/heure ne coûterait que 500 € par mois.</a:t>
            </a:r>
            <a:endParaRPr b="0" lang="fr-FR" sz="1400" strike="noStrike" u="none">
              <a:solidFill>
                <a:srgbClr val="000000"/>
              </a:solidFill>
              <a:effectLst/>
              <a:uFillTx/>
              <a:latin typeface="Arial"/>
            </a:endParaRPr>
          </a:p>
          <a:p>
            <a:pPr indent="0">
              <a:lnSpc>
                <a:spcPct val="115000"/>
              </a:lnSpc>
              <a:spcBef>
                <a:spcPts val="1191"/>
              </a:spcBef>
              <a:spcAft>
                <a:spcPts val="992"/>
              </a:spcAft>
              <a:buNone/>
              <a:tabLst>
                <a:tab algn="l" pos="0"/>
              </a:tabLst>
            </a:pPr>
            <a:endParaRPr b="0" lang="fr-FR"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fr" sz="2400" strike="noStrike" u="none">
                <a:solidFill>
                  <a:schemeClr val="lt1"/>
                </a:solidFill>
                <a:effectLst/>
                <a:uFillTx/>
                <a:latin typeface="Montserrat"/>
                <a:ea typeface="Montserrat"/>
              </a:rPr>
              <a:t>Analyse de la conformité réglementaire (slide optionnelle) </a:t>
            </a:r>
            <a:endParaRPr b="0" lang="fr-FR" sz="2400" strike="noStrike" u="none">
              <a:solidFill>
                <a:srgbClr val="000000"/>
              </a:solidFill>
              <a:effectLst/>
              <a:uFillTx/>
              <a:latin typeface="Arial"/>
            </a:endParaRPr>
          </a:p>
        </p:txBody>
      </p:sp>
      <p:sp>
        <p:nvSpPr>
          <p:cNvPr id="122"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indent="0">
              <a:lnSpc>
                <a:spcPct val="115000"/>
              </a:lnSpc>
              <a:spcBef>
                <a:spcPts val="1191"/>
              </a:spcBef>
              <a:spcAft>
                <a:spcPts val="992"/>
              </a:spcAft>
              <a:buNone/>
              <a:tabLst>
                <a:tab algn="l" pos="0"/>
              </a:tabLst>
            </a:pPr>
            <a:r>
              <a:rPr b="0" lang="fr" sz="1300" strike="noStrike" u="none">
                <a:solidFill>
                  <a:schemeClr val="lt1"/>
                </a:solidFill>
                <a:effectLst/>
                <a:uFillTx/>
                <a:latin typeface="Lato"/>
                <a:ea typeface="Lato"/>
              </a:rPr>
              <a:t>Le système a été conçu pour respecter rigoureusement les normes éthiques et légales. Conformément au RGPD, un module d'anonymisation automatique détecte et floute les visages (classe "Face") dès l'entrée du pipeline, garantissant qu'aucune donnée biométrique n'est stockée ou traitée inutilement.</a:t>
            </a:r>
            <a:endParaRPr b="0" lang="fr-FR" sz="1300" strike="noStrike" u="none">
              <a:solidFill>
                <a:srgbClr val="000000"/>
              </a:solidFill>
              <a:effectLst/>
              <a:uFillTx/>
              <a:latin typeface="Arial"/>
            </a:endParaRPr>
          </a:p>
          <a:p>
            <a:pPr indent="0">
              <a:lnSpc>
                <a:spcPct val="115000"/>
              </a:lnSpc>
              <a:spcBef>
                <a:spcPts val="1191"/>
              </a:spcBef>
              <a:spcAft>
                <a:spcPts val="992"/>
              </a:spcAft>
              <a:buNone/>
              <a:tabLst>
                <a:tab algn="l" pos="0"/>
              </a:tabLst>
            </a:pPr>
            <a:r>
              <a:rPr b="0" lang="fr" sz="1300" strike="noStrike" u="none">
                <a:solidFill>
                  <a:schemeClr val="lt1"/>
                </a:solidFill>
                <a:effectLst/>
                <a:uFillTx/>
                <a:latin typeface="Lato"/>
                <a:ea typeface="Lato"/>
              </a:rPr>
              <a:t>Vis-à-vis de l'IA Act européen, le projet est classé comme un système d'IA à faible risque, car il ne prend pas de décisions critiques sur des individus. Une documentation technique complète et un traçage des données d'entraînement assurent la transparence requise par les futures régulations européennes sur l'intelligence artificielle. </a:t>
            </a:r>
            <a:endParaRPr b="0" lang="fr-FR"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297440" y="393840"/>
            <a:ext cx="7038720" cy="913680"/>
          </a:xfrm>
          <a:prstGeom prst="rect">
            <a:avLst/>
          </a:prstGeom>
          <a:noFill/>
          <a:ln w="0">
            <a:noFill/>
          </a:ln>
        </p:spPr>
        <p:txBody>
          <a:bodyPr lIns="91440" rIns="91440" tIns="91440" bIns="91440" anchor="t">
            <a:normAutofit/>
          </a:bodyPr>
          <a:p>
            <a:pPr indent="0">
              <a:lnSpc>
                <a:spcPct val="100000"/>
              </a:lnSpc>
              <a:buNone/>
              <a:tabLst>
                <a:tab algn="l" pos="0"/>
              </a:tabLst>
            </a:pPr>
            <a:r>
              <a:rPr b="0" lang="fr" sz="2400" strike="noStrike" u="none">
                <a:solidFill>
                  <a:schemeClr val="lt1"/>
                </a:solidFill>
                <a:effectLst/>
                <a:uFillTx/>
                <a:latin typeface="Montserrat"/>
                <a:ea typeface="Montserrat"/>
              </a:rPr>
              <a:t>Bilan du projet réalisé</a:t>
            </a:r>
            <a:endParaRPr b="0" lang="fr-FR" sz="2400" strike="noStrike" u="none">
              <a:solidFill>
                <a:srgbClr val="000000"/>
              </a:solidFill>
              <a:effectLst/>
              <a:uFillTx/>
              <a:latin typeface="Arial"/>
            </a:endParaRPr>
          </a:p>
        </p:txBody>
      </p:sp>
      <p:sp>
        <p:nvSpPr>
          <p:cNvPr id="124" name="PlaceHolder 2"/>
          <p:cNvSpPr>
            <a:spLocks noGrp="1"/>
          </p:cNvSpPr>
          <p:nvPr>
            <p:ph/>
          </p:nvPr>
        </p:nvSpPr>
        <p:spPr>
          <a:xfrm>
            <a:off x="1297440" y="1567440"/>
            <a:ext cx="7038720" cy="2910960"/>
          </a:xfrm>
          <a:prstGeom prst="rect">
            <a:avLst/>
          </a:prstGeom>
          <a:noFill/>
          <a:ln w="0">
            <a:noFill/>
          </a:ln>
        </p:spPr>
        <p:txBody>
          <a:bodyPr lIns="91440" rIns="91440" tIns="91440" bIns="91440" anchor="t">
            <a:normAutofit/>
          </a:bodyPr>
          <a:p>
            <a:pPr indent="0">
              <a:lnSpc>
                <a:spcPct val="115000"/>
              </a:lnSpc>
              <a:spcBef>
                <a:spcPts val="1191"/>
              </a:spcBef>
              <a:spcAft>
                <a:spcPts val="992"/>
              </a:spcAft>
              <a:buNone/>
              <a:tabLst>
                <a:tab algn="l" pos="0"/>
              </a:tabLst>
            </a:pPr>
            <a:r>
              <a:rPr b="0" lang="fr" sz="1300" strike="noStrike" u="none">
                <a:solidFill>
                  <a:schemeClr val="lt1"/>
                </a:solidFill>
                <a:effectLst/>
                <a:uFillTx/>
                <a:latin typeface="Lato"/>
                <a:ea typeface="Lato"/>
              </a:rPr>
              <a:t>Le projet a relevé avec succès le défi de transformer une image complexe en données structurées. Les principaux défis techniques concernaient la gestion des superpositions de vêtements (manteaux sur robes) et la variabilité des poses des mannequins. Pour le futur, nous suggérons d'affiner le modèle ("fine-tuning") sur le catalogue spécifique de ModeTrend pour accroître la précision sur les accessoires.</a:t>
            </a:r>
            <a:endParaRPr b="0" lang="fr-FR" sz="1300" strike="noStrike" u="none">
              <a:solidFill>
                <a:srgbClr val="000000"/>
              </a:solidFill>
              <a:effectLst/>
              <a:uFillTx/>
              <a:latin typeface="Arial"/>
            </a:endParaRPr>
          </a:p>
          <a:p>
            <a:pPr indent="0">
              <a:lnSpc>
                <a:spcPct val="115000"/>
              </a:lnSpc>
              <a:spcBef>
                <a:spcPts val="1191"/>
              </a:spcBef>
              <a:spcAft>
                <a:spcPts val="992"/>
              </a:spcAft>
              <a:buNone/>
              <a:tabLst>
                <a:tab algn="l" pos="0"/>
              </a:tabLst>
            </a:pPr>
            <a:r>
              <a:rPr b="0" lang="fr" sz="1300" strike="noStrike" u="none">
                <a:solidFill>
                  <a:schemeClr val="lt1"/>
                </a:solidFill>
                <a:effectLst/>
                <a:uFillTx/>
                <a:latin typeface="Lato"/>
                <a:ea typeface="Lato"/>
              </a:rPr>
              <a:t>Les applications sont vastes :</a:t>
            </a:r>
            <a:br>
              <a:rPr sz="1300"/>
            </a:br>
            <a:r>
              <a:rPr b="0" lang="fr" sz="1300" strike="noStrike" u="none">
                <a:solidFill>
                  <a:schemeClr val="lt1"/>
                </a:solidFill>
                <a:effectLst/>
                <a:uFillTx/>
                <a:latin typeface="Lato"/>
                <a:ea typeface="Lato"/>
              </a:rPr>
              <a:t>des moteurs de recommandation visuelle ultra-personnalisés, une gestion des stocks prédictive basée sur les tendances réelles, et un outil de veille concurrentielle automatisé permettant à ModeTrend de conserver une avance stratégique sur le marché. </a:t>
            </a:r>
            <a:endParaRPr b="0" lang="fr-FR" sz="1300" strike="noStrike" u="none">
              <a:solidFill>
                <a:srgbClr val="000000"/>
              </a:solidFill>
              <a:effectLst/>
              <a:uFillTx/>
              <a:latin typeface="Arial"/>
            </a:endParaRPr>
          </a:p>
          <a:p>
            <a:pPr indent="0">
              <a:lnSpc>
                <a:spcPct val="115000"/>
              </a:lnSpc>
              <a:spcBef>
                <a:spcPts val="1199"/>
              </a:spcBef>
              <a:buNone/>
              <a:tabLst>
                <a:tab algn="l" pos="0"/>
              </a:tabLst>
            </a:pPr>
            <a:endParaRPr b="0" lang="fr-FR" sz="1300" strike="noStrike" u="none">
              <a:solidFill>
                <a:srgbClr val="000000"/>
              </a:solidFill>
              <a:effectLst/>
              <a:uFillTx/>
              <a:latin typeface="Arial"/>
            </a:endParaRPr>
          </a:p>
          <a:p>
            <a:pPr indent="0">
              <a:lnSpc>
                <a:spcPct val="115000"/>
              </a:lnSpc>
              <a:spcBef>
                <a:spcPts val="1199"/>
              </a:spcBef>
              <a:spcAft>
                <a:spcPts val="1199"/>
              </a:spcAft>
              <a:buNone/>
              <a:tabLst>
                <a:tab algn="l" pos="0"/>
              </a:tabLst>
            </a:pPr>
            <a:endParaRPr b="0" lang="fr-FR"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83</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fr-FR</dc:language>
  <cp:lastModifiedBy/>
  <dcterms:modified xsi:type="dcterms:W3CDTF">2026-03-06T16:41:47Z</dcterms:modified>
  <cp:revision>5</cp:revision>
  <dc:subject/>
  <dc:title/>
</cp:coreProperties>
</file>